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Atkinson Hyperlegible"/>
      <p:regular r:id="rId23"/>
      <p:bold r:id="rId24"/>
      <p:italic r:id="rId25"/>
      <p:boldItalic r:id="rId26"/>
    </p:embeddedFont>
    <p:embeddedFont>
      <p:font typeface="Lor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tkinsonHyperlegible-bold.fntdata"/><Relationship Id="rId23" Type="http://schemas.openxmlformats.org/officeDocument/2006/relationships/font" Target="fonts/AtkinsonHyperlegibl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tkinsonHyperlegible-boldItalic.fntdata"/><Relationship Id="rId25" Type="http://schemas.openxmlformats.org/officeDocument/2006/relationships/font" Target="fonts/AtkinsonHyperlegible-italic.fntdata"/><Relationship Id="rId28" Type="http://schemas.openxmlformats.org/officeDocument/2006/relationships/font" Target="fonts/Lora-bold.fntdata"/><Relationship Id="rId27" Type="http://schemas.openxmlformats.org/officeDocument/2006/relationships/font" Target="fonts/Lor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or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4f68909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4f6890967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4f85799c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d4f85799c9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4f85799c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d4f85799c9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hyperlink" Target="mailto:amgikunda@gmail.com" TargetMode="External"/><Relationship Id="rId7" Type="http://schemas.openxmlformats.org/officeDocument/2006/relationships/hyperlink" Target="mailto:dphilip487@gmail.co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26.jp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hyperlink" Target="mailto:maureenndungu51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2211324" cy="10287000"/>
          </a:xfrm>
          <a:custGeom>
            <a:rect b="b" l="l" r="r" t="t"/>
            <a:pathLst>
              <a:path extrusionOk="0" h="10287000" w="2211324">
                <a:moveTo>
                  <a:pt x="0" y="0"/>
                </a:moveTo>
                <a:lnTo>
                  <a:pt x="0" y="10287000"/>
                </a:lnTo>
                <a:lnTo>
                  <a:pt x="2211324" y="10287000"/>
                </a:lnTo>
                <a:lnTo>
                  <a:pt x="2211324" y="0"/>
                </a:lnTo>
                <a:close/>
              </a:path>
            </a:pathLst>
          </a:custGeom>
          <a:solidFill>
            <a:srgbClr val="CAB9A7"/>
          </a:solid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9790081" y="1311545"/>
            <a:ext cx="6998779" cy="7661624"/>
          </a:xfrm>
          <a:custGeom>
            <a:rect b="b" l="l" r="r" t="t"/>
            <a:pathLst>
              <a:path extrusionOk="0" h="10215499" w="9331706">
                <a:moveTo>
                  <a:pt x="6247130" y="0"/>
                </a:moveTo>
                <a:cubicBezTo>
                  <a:pt x="6067171" y="9652"/>
                  <a:pt x="5886577" y="59182"/>
                  <a:pt x="5718429" y="152273"/>
                </a:cubicBezTo>
                <a:cubicBezTo>
                  <a:pt x="4067937" y="1060958"/>
                  <a:pt x="2331847" y="1591818"/>
                  <a:pt x="474599" y="1591818"/>
                </a:cubicBezTo>
                <a:cubicBezTo>
                  <a:pt x="317246" y="1591818"/>
                  <a:pt x="159004" y="1588008"/>
                  <a:pt x="0" y="1580261"/>
                </a:cubicBezTo>
                <a:lnTo>
                  <a:pt x="0" y="3771773"/>
                </a:lnTo>
                <a:cubicBezTo>
                  <a:pt x="174498" y="3780790"/>
                  <a:pt x="349250" y="3785362"/>
                  <a:pt x="523875" y="3785362"/>
                </a:cubicBezTo>
                <a:cubicBezTo>
                  <a:pt x="1263396" y="3785362"/>
                  <a:pt x="2001901" y="3704082"/>
                  <a:pt x="2724404" y="3539236"/>
                </a:cubicBezTo>
                <a:lnTo>
                  <a:pt x="2724404" y="3539236"/>
                </a:lnTo>
                <a:lnTo>
                  <a:pt x="923925" y="5187442"/>
                </a:lnTo>
                <a:cubicBezTo>
                  <a:pt x="335407" y="5728589"/>
                  <a:pt x="0" y="6489954"/>
                  <a:pt x="0" y="7288403"/>
                </a:cubicBezTo>
                <a:cubicBezTo>
                  <a:pt x="0" y="7426325"/>
                  <a:pt x="28829" y="7562088"/>
                  <a:pt x="88519" y="7685532"/>
                </a:cubicBezTo>
                <a:cubicBezTo>
                  <a:pt x="248158" y="8036433"/>
                  <a:pt x="594106" y="8242936"/>
                  <a:pt x="955294" y="8242936"/>
                </a:cubicBezTo>
                <a:cubicBezTo>
                  <a:pt x="1087628" y="8242936"/>
                  <a:pt x="1221994" y="8215250"/>
                  <a:pt x="1350010" y="8156703"/>
                </a:cubicBezTo>
                <a:lnTo>
                  <a:pt x="1411732" y="8127874"/>
                </a:lnTo>
                <a:lnTo>
                  <a:pt x="1411732" y="10215499"/>
                </a:lnTo>
                <a:lnTo>
                  <a:pt x="1418844" y="10215499"/>
                </a:lnTo>
                <a:cubicBezTo>
                  <a:pt x="1613154" y="10132949"/>
                  <a:pt x="5741797" y="8392668"/>
                  <a:pt x="8444485" y="8392668"/>
                </a:cubicBezTo>
                <a:cubicBezTo>
                  <a:pt x="8655940" y="8392668"/>
                  <a:pt x="8858504" y="8403336"/>
                  <a:pt x="9049893" y="8426196"/>
                </a:cubicBezTo>
                <a:lnTo>
                  <a:pt x="9274175" y="5958967"/>
                </a:lnTo>
                <a:cubicBezTo>
                  <a:pt x="8864346" y="5909182"/>
                  <a:pt x="8452612" y="5884037"/>
                  <a:pt x="8040370" y="5884037"/>
                </a:cubicBezTo>
                <a:cubicBezTo>
                  <a:pt x="7821422" y="5884037"/>
                  <a:pt x="7602220" y="5891149"/>
                  <a:pt x="7383145" y="5905372"/>
                </a:cubicBezTo>
                <a:lnTo>
                  <a:pt x="7383145" y="5905372"/>
                </a:lnTo>
                <a:lnTo>
                  <a:pt x="9331706" y="4500245"/>
                </a:lnTo>
                <a:lnTo>
                  <a:pt x="9331706" y="1763395"/>
                </a:lnTo>
                <a:lnTo>
                  <a:pt x="5977636" y="3298444"/>
                </a:lnTo>
                <a:lnTo>
                  <a:pt x="5977636" y="3298444"/>
                </a:lnTo>
                <a:cubicBezTo>
                  <a:pt x="5977636" y="3298444"/>
                  <a:pt x="6679311" y="2654427"/>
                  <a:pt x="7146417" y="2226437"/>
                </a:cubicBezTo>
                <a:cubicBezTo>
                  <a:pt x="7401560" y="1993900"/>
                  <a:pt x="7545577" y="1664716"/>
                  <a:pt x="7545577" y="1319022"/>
                </a:cubicBezTo>
                <a:lnTo>
                  <a:pt x="7545577" y="1228471"/>
                </a:lnTo>
                <a:cubicBezTo>
                  <a:pt x="7545577" y="1020699"/>
                  <a:pt x="7492110" y="816991"/>
                  <a:pt x="7391272" y="633857"/>
                </a:cubicBezTo>
                <a:cubicBezTo>
                  <a:pt x="7177912" y="248412"/>
                  <a:pt x="6788022" y="21971"/>
                  <a:pt x="6378193" y="127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2250" r="-3225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3"/>
          <p:cNvGrpSpPr/>
          <p:nvPr/>
        </p:nvGrpSpPr>
        <p:grpSpPr>
          <a:xfrm>
            <a:off x="-3" y="7105275"/>
            <a:ext cx="13615288" cy="3181604"/>
            <a:chOff x="63500" y="63500"/>
            <a:chExt cx="13615288" cy="3181604"/>
          </a:xfrm>
        </p:grpSpPr>
        <p:sp>
          <p:nvSpPr>
            <p:cNvPr id="87" name="Google Shape;87;p13"/>
            <p:cNvSpPr/>
            <p:nvPr/>
          </p:nvSpPr>
          <p:spPr>
            <a:xfrm>
              <a:off x="63500" y="63500"/>
              <a:ext cx="3722370" cy="3181604"/>
            </a:xfrm>
            <a:custGeom>
              <a:rect b="b" l="l" r="r" t="t"/>
              <a:pathLst>
                <a:path extrusionOk="0" h="3181604" w="3722370">
                  <a:moveTo>
                    <a:pt x="2438908" y="0"/>
                  </a:moveTo>
                  <a:lnTo>
                    <a:pt x="2438908" y="2308733"/>
                  </a:lnTo>
                  <a:lnTo>
                    <a:pt x="2419604" y="2376043"/>
                  </a:lnTo>
                  <a:lnTo>
                    <a:pt x="2352294" y="2395347"/>
                  </a:lnTo>
                  <a:lnTo>
                    <a:pt x="0" y="2395347"/>
                  </a:lnTo>
                  <a:lnTo>
                    <a:pt x="0" y="2410206"/>
                  </a:lnTo>
                  <a:lnTo>
                    <a:pt x="2352294" y="2410206"/>
                  </a:lnTo>
                  <a:lnTo>
                    <a:pt x="2419604" y="2429510"/>
                  </a:lnTo>
                  <a:lnTo>
                    <a:pt x="2438908" y="2496820"/>
                  </a:lnTo>
                  <a:lnTo>
                    <a:pt x="2438908" y="2687828"/>
                  </a:lnTo>
                  <a:lnTo>
                    <a:pt x="2438781" y="2687828"/>
                  </a:lnTo>
                  <a:lnTo>
                    <a:pt x="2438781" y="3181604"/>
                  </a:lnTo>
                  <a:lnTo>
                    <a:pt x="2453767" y="3181604"/>
                  </a:lnTo>
                  <a:lnTo>
                    <a:pt x="2453767" y="2687955"/>
                  </a:lnTo>
                  <a:lnTo>
                    <a:pt x="2453767" y="2496947"/>
                  </a:lnTo>
                  <a:lnTo>
                    <a:pt x="2473071" y="2429637"/>
                  </a:lnTo>
                  <a:lnTo>
                    <a:pt x="2540381" y="2410333"/>
                  </a:lnTo>
                  <a:lnTo>
                    <a:pt x="3722370" y="2410333"/>
                  </a:lnTo>
                  <a:lnTo>
                    <a:pt x="3722370" y="2395474"/>
                  </a:lnTo>
                  <a:lnTo>
                    <a:pt x="2540381" y="2395474"/>
                  </a:lnTo>
                  <a:lnTo>
                    <a:pt x="2473071" y="2376170"/>
                  </a:lnTo>
                  <a:lnTo>
                    <a:pt x="2453767" y="2308860"/>
                  </a:lnTo>
                  <a:lnTo>
                    <a:pt x="24537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88" name="Google Shape;88;p13"/>
            <p:cNvSpPr/>
            <p:nvPr/>
          </p:nvSpPr>
          <p:spPr>
            <a:xfrm>
              <a:off x="3588004" y="1657350"/>
              <a:ext cx="10090784" cy="724789"/>
            </a:xfrm>
            <a:custGeom>
              <a:rect b="b" l="l" r="r" t="t"/>
              <a:pathLst>
                <a:path extrusionOk="0" h="724789" w="10090784">
                  <a:moveTo>
                    <a:pt x="0" y="0"/>
                  </a:moveTo>
                  <a:lnTo>
                    <a:pt x="0" y="724789"/>
                  </a:lnTo>
                  <a:lnTo>
                    <a:pt x="10090784" y="724789"/>
                  </a:lnTo>
                  <a:lnTo>
                    <a:pt x="10090784" y="0"/>
                  </a:lnTo>
                  <a:close/>
                </a:path>
              </a:pathLst>
            </a:custGeom>
            <a:solidFill>
              <a:srgbClr val="CAB9A7"/>
            </a:solidFill>
            <a:ln>
              <a:noFill/>
            </a:ln>
          </p:spPr>
        </p:sp>
      </p:grpSp>
      <p:sp>
        <p:nvSpPr>
          <p:cNvPr id="89" name="Google Shape;89;p13"/>
          <p:cNvSpPr/>
          <p:nvPr/>
        </p:nvSpPr>
        <p:spPr>
          <a:xfrm>
            <a:off x="16706621" y="0"/>
            <a:ext cx="1581404" cy="3142488"/>
          </a:xfrm>
          <a:custGeom>
            <a:rect b="b" l="l" r="r" t="t"/>
            <a:pathLst>
              <a:path extrusionOk="0" h="3142488" w="1581404">
                <a:moveTo>
                  <a:pt x="1001268" y="0"/>
                </a:moveTo>
                <a:lnTo>
                  <a:pt x="1001268" y="454406"/>
                </a:lnTo>
                <a:lnTo>
                  <a:pt x="1001268" y="772541"/>
                </a:lnTo>
                <a:lnTo>
                  <a:pt x="981964" y="839851"/>
                </a:lnTo>
                <a:lnTo>
                  <a:pt x="914654" y="859155"/>
                </a:lnTo>
                <a:lnTo>
                  <a:pt x="0" y="859155"/>
                </a:lnTo>
                <a:lnTo>
                  <a:pt x="0" y="874014"/>
                </a:lnTo>
                <a:lnTo>
                  <a:pt x="914654" y="874014"/>
                </a:lnTo>
                <a:lnTo>
                  <a:pt x="981964" y="893318"/>
                </a:lnTo>
                <a:lnTo>
                  <a:pt x="1001268" y="960628"/>
                </a:lnTo>
                <a:lnTo>
                  <a:pt x="1001268" y="3142488"/>
                </a:lnTo>
                <a:lnTo>
                  <a:pt x="1016127" y="3142488"/>
                </a:lnTo>
                <a:lnTo>
                  <a:pt x="1016127" y="960755"/>
                </a:lnTo>
                <a:lnTo>
                  <a:pt x="1035431" y="893445"/>
                </a:lnTo>
                <a:lnTo>
                  <a:pt x="1102741" y="874141"/>
                </a:lnTo>
                <a:lnTo>
                  <a:pt x="1581404" y="874141"/>
                </a:lnTo>
                <a:lnTo>
                  <a:pt x="1581404" y="859155"/>
                </a:lnTo>
                <a:lnTo>
                  <a:pt x="1102741" y="859155"/>
                </a:lnTo>
                <a:lnTo>
                  <a:pt x="1035431" y="839851"/>
                </a:lnTo>
                <a:lnTo>
                  <a:pt x="1016127" y="772541"/>
                </a:lnTo>
                <a:lnTo>
                  <a:pt x="1016127" y="454406"/>
                </a:lnTo>
                <a:lnTo>
                  <a:pt x="101612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90" name="Google Shape;90;p13"/>
          <p:cNvSpPr txBox="1"/>
          <p:nvPr/>
        </p:nvSpPr>
        <p:spPr>
          <a:xfrm>
            <a:off x="2686240" y="2968676"/>
            <a:ext cx="6457800" cy="4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8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97" u="none" cap="none" strike="noStrike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Maureen Ndungu </a:t>
            </a:r>
            <a:endParaRPr/>
          </a:p>
          <a:p>
            <a:pPr indent="0" lvl="0" marL="0" marR="0" rtl="0" algn="l">
              <a:lnSpc>
                <a:spcPct val="2284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7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analyst 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554798" y="8789861"/>
            <a:ext cx="91239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17" u="none" cap="none" strike="noStrike">
                <a:solidFill>
                  <a:srgbClr val="231F20"/>
                </a:solidFill>
                <a:latin typeface="Lora"/>
                <a:ea typeface="Lora"/>
                <a:cs typeface="Lora"/>
                <a:sym typeface="Lora"/>
              </a:rPr>
              <a:t>YOUR PARTNER IN TURNING DATA INTO DECISIONS.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12225080" y="1638910"/>
            <a:ext cx="4480369" cy="7007542"/>
          </a:xfrm>
          <a:custGeom>
            <a:rect b="b" l="l" r="r" t="t"/>
            <a:pathLst>
              <a:path extrusionOk="0" h="9343390" w="5973826">
                <a:moveTo>
                  <a:pt x="2984373" y="0"/>
                </a:moveTo>
                <a:cubicBezTo>
                  <a:pt x="1338453" y="1397"/>
                  <a:pt x="0" y="1340612"/>
                  <a:pt x="0" y="2986913"/>
                </a:cubicBezTo>
                <a:lnTo>
                  <a:pt x="0" y="6358763"/>
                </a:lnTo>
                <a:cubicBezTo>
                  <a:pt x="0" y="7966583"/>
                  <a:pt x="1276604" y="9281541"/>
                  <a:pt x="2869565" y="9343390"/>
                </a:cubicBezTo>
                <a:lnTo>
                  <a:pt x="3104134" y="9343390"/>
                </a:lnTo>
                <a:cubicBezTo>
                  <a:pt x="4697095" y="9281541"/>
                  <a:pt x="5973699" y="7966583"/>
                  <a:pt x="5973699" y="6358763"/>
                </a:cubicBezTo>
                <a:lnTo>
                  <a:pt x="5973699" y="2986913"/>
                </a:lnTo>
                <a:cubicBezTo>
                  <a:pt x="5973826" y="1340612"/>
                  <a:pt x="4635373" y="1397"/>
                  <a:pt x="298945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083" l="0" r="0" t="-708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14"/>
          <p:cNvGrpSpPr/>
          <p:nvPr/>
        </p:nvGrpSpPr>
        <p:grpSpPr>
          <a:xfrm>
            <a:off x="-3" y="-3"/>
            <a:ext cx="2790959" cy="10287000"/>
            <a:chOff x="63500" y="63500"/>
            <a:chExt cx="2790959" cy="10287000"/>
          </a:xfrm>
        </p:grpSpPr>
        <p:sp>
          <p:nvSpPr>
            <p:cNvPr id="98" name="Google Shape;98;p14"/>
            <p:cNvSpPr/>
            <p:nvPr/>
          </p:nvSpPr>
          <p:spPr>
            <a:xfrm>
              <a:off x="63500" y="63500"/>
              <a:ext cx="2211324" cy="10287000"/>
            </a:xfrm>
            <a:custGeom>
              <a:rect b="b" l="l" r="r" t="t"/>
              <a:pathLst>
                <a:path extrusionOk="0" h="10287000" w="2211324">
                  <a:moveTo>
                    <a:pt x="0" y="0"/>
                  </a:moveTo>
                  <a:lnTo>
                    <a:pt x="0" y="10287000"/>
                  </a:lnTo>
                  <a:lnTo>
                    <a:pt x="2211324" y="10287000"/>
                  </a:lnTo>
                  <a:lnTo>
                    <a:pt x="2211324" y="0"/>
                  </a:lnTo>
                  <a:close/>
                </a:path>
              </a:pathLst>
            </a:custGeom>
            <a:solidFill>
              <a:srgbClr val="CAB9A7"/>
            </a:solidFill>
            <a:ln>
              <a:noFill/>
            </a:ln>
          </p:spPr>
        </p:sp>
        <p:sp>
          <p:nvSpPr>
            <p:cNvPr id="99" name="Google Shape;99;p14"/>
            <p:cNvSpPr/>
            <p:nvPr/>
          </p:nvSpPr>
          <p:spPr>
            <a:xfrm>
              <a:off x="980828" y="2401328"/>
              <a:ext cx="1873631" cy="7689533"/>
            </a:xfrm>
            <a:custGeom>
              <a:rect b="b" l="l" r="r" t="t"/>
              <a:pathLst>
                <a:path extrusionOk="0" h="8543925" w="1873631">
                  <a:moveTo>
                    <a:pt x="1292733" y="0"/>
                  </a:moveTo>
                  <a:lnTo>
                    <a:pt x="1254125" y="133985"/>
                  </a:lnTo>
                  <a:lnTo>
                    <a:pt x="1157351" y="161925"/>
                  </a:lnTo>
                  <a:lnTo>
                    <a:pt x="0" y="161925"/>
                  </a:lnTo>
                  <a:lnTo>
                    <a:pt x="0" y="8381746"/>
                  </a:lnTo>
                  <a:lnTo>
                    <a:pt x="1157351" y="8381746"/>
                  </a:lnTo>
                  <a:lnTo>
                    <a:pt x="1254252" y="8409686"/>
                  </a:lnTo>
                  <a:lnTo>
                    <a:pt x="1292860" y="8543925"/>
                  </a:lnTo>
                  <a:lnTo>
                    <a:pt x="1331468" y="8409813"/>
                  </a:lnTo>
                  <a:lnTo>
                    <a:pt x="1428369" y="8381873"/>
                  </a:lnTo>
                  <a:lnTo>
                    <a:pt x="1873631" y="8381873"/>
                  </a:lnTo>
                  <a:lnTo>
                    <a:pt x="1873631" y="8360410"/>
                  </a:lnTo>
                  <a:lnTo>
                    <a:pt x="1428115" y="8360410"/>
                  </a:lnTo>
                  <a:lnTo>
                    <a:pt x="1331341" y="8332470"/>
                  </a:lnTo>
                  <a:lnTo>
                    <a:pt x="1292733" y="8198358"/>
                  </a:lnTo>
                  <a:lnTo>
                    <a:pt x="1254125" y="8332470"/>
                  </a:lnTo>
                  <a:lnTo>
                    <a:pt x="1157351" y="8360410"/>
                  </a:lnTo>
                  <a:lnTo>
                    <a:pt x="21336" y="8360410"/>
                  </a:lnTo>
                  <a:lnTo>
                    <a:pt x="21336" y="183515"/>
                  </a:lnTo>
                  <a:lnTo>
                    <a:pt x="1157351" y="183515"/>
                  </a:lnTo>
                  <a:lnTo>
                    <a:pt x="1157351" y="183515"/>
                  </a:lnTo>
                  <a:lnTo>
                    <a:pt x="1254125" y="211455"/>
                  </a:lnTo>
                  <a:lnTo>
                    <a:pt x="1292733" y="345567"/>
                  </a:lnTo>
                  <a:lnTo>
                    <a:pt x="1331341" y="211455"/>
                  </a:lnTo>
                  <a:lnTo>
                    <a:pt x="1428115" y="183515"/>
                  </a:lnTo>
                  <a:lnTo>
                    <a:pt x="1873377" y="183515"/>
                  </a:lnTo>
                  <a:lnTo>
                    <a:pt x="1873377" y="162052"/>
                  </a:lnTo>
                  <a:lnTo>
                    <a:pt x="1428115" y="162052"/>
                  </a:lnTo>
                  <a:lnTo>
                    <a:pt x="1331341" y="134112"/>
                  </a:lnTo>
                  <a:lnTo>
                    <a:pt x="129273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00" name="Google Shape;100;p14"/>
          <p:cNvSpPr/>
          <p:nvPr/>
        </p:nvSpPr>
        <p:spPr>
          <a:xfrm>
            <a:off x="11671192" y="1294262"/>
            <a:ext cx="5588108" cy="7698476"/>
          </a:xfrm>
          <a:custGeom>
            <a:rect b="b" l="l" r="r" t="t"/>
            <a:pathLst>
              <a:path extrusionOk="0" h="7698476" w="5588108">
                <a:moveTo>
                  <a:pt x="0" y="0"/>
                </a:moveTo>
                <a:lnTo>
                  <a:pt x="5588108" y="0"/>
                </a:lnTo>
                <a:lnTo>
                  <a:pt x="5588108" y="7698476"/>
                </a:lnTo>
                <a:lnTo>
                  <a:pt x="0" y="7698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 txBox="1"/>
          <p:nvPr/>
        </p:nvSpPr>
        <p:spPr>
          <a:xfrm>
            <a:off x="2347503" y="2599834"/>
            <a:ext cx="9504900" cy="7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Hello, I'm Maureen, a curious and impact-driven </a:t>
            </a:r>
            <a:r>
              <a:rPr lang="en-US" sz="216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analyst</a:t>
            </a:r>
            <a:r>
              <a:rPr b="0" i="0" lang="en-US" sz="216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passionate about turning raw data into strategic insight. With hands-on experience from leading organizations like Mpshah </a:t>
            </a:r>
            <a:r>
              <a:rPr lang="en-US" sz="216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Hospital,</a:t>
            </a:r>
            <a:r>
              <a:rPr b="0" i="0" lang="en-US" sz="216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Jubilee Insurance, Tuffsteel, and Simba Corporation, I specialize in data cleaning, ETL, visualization, and business process optimization using tools like Power BI, SQL, and Excel.</a:t>
            </a:r>
            <a:endParaRPr/>
          </a:p>
          <a:p>
            <a:pPr indent="0" lvl="0" marL="0" marR="0" rtl="0" algn="l">
              <a:lnSpc>
                <a:spcPct val="139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60" u="none" cap="none" strike="noStrike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What sets me apart is my ability to merge technical skill with real-world impact—from streamlining fleet systems to influencing marketing campaigns and supporting environmental CSR projects.</a:t>
            </a:r>
            <a:r>
              <a:rPr lang="en-US" sz="216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 I have recently advanced </a:t>
            </a:r>
            <a:r>
              <a:rPr b="0" i="0" lang="en-US" sz="216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my skills through the ALX Data </a:t>
            </a:r>
            <a:r>
              <a:rPr lang="en-US" sz="216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Science program;</a:t>
            </a:r>
            <a:r>
              <a:rPr b="0" i="0" lang="en-US" sz="216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I’m eager to bring analytical clarity and storytelling power to teams tackling meaningful challenges.</a:t>
            </a:r>
            <a:endParaRPr/>
          </a:p>
          <a:p>
            <a:pPr indent="0" lvl="0" marL="0" marR="0" rtl="0" algn="l">
              <a:lnSpc>
                <a:spcPct val="139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60" u="none" cap="none" strike="noStrike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4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Whether it’s enhancing decision-making or contributing to sustainable development, I’m driven by purpose and powered by data.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2347503" y="1380828"/>
            <a:ext cx="50619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9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0" lvl="0" marL="0" marR="0" rtl="0" algn="l">
              <a:lnSpc>
                <a:spcPct val="2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17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About 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B9A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5"/>
          <p:cNvGrpSpPr/>
          <p:nvPr/>
        </p:nvGrpSpPr>
        <p:grpSpPr>
          <a:xfrm>
            <a:off x="1917617" y="1990091"/>
            <a:ext cx="617855" cy="425450"/>
            <a:chOff x="63500" y="63500"/>
            <a:chExt cx="617855" cy="425450"/>
          </a:xfrm>
        </p:grpSpPr>
        <p:sp>
          <p:nvSpPr>
            <p:cNvPr id="108" name="Google Shape;108;p15"/>
            <p:cNvSpPr/>
            <p:nvPr/>
          </p:nvSpPr>
          <p:spPr>
            <a:xfrm>
              <a:off x="185039" y="251714"/>
              <a:ext cx="387985" cy="163576"/>
            </a:xfrm>
            <a:custGeom>
              <a:rect b="b" l="l" r="r" t="t"/>
              <a:pathLst>
                <a:path extrusionOk="0" h="163576" w="387985">
                  <a:moveTo>
                    <a:pt x="193421" y="62738"/>
                  </a:moveTo>
                  <a:cubicBezTo>
                    <a:pt x="189484" y="62738"/>
                    <a:pt x="185674" y="62103"/>
                    <a:pt x="181864" y="60833"/>
                  </a:cubicBezTo>
                  <a:lnTo>
                    <a:pt x="4826" y="1905"/>
                  </a:lnTo>
                  <a:cubicBezTo>
                    <a:pt x="1651" y="10287"/>
                    <a:pt x="0" y="20955"/>
                    <a:pt x="0" y="36703"/>
                  </a:cubicBezTo>
                  <a:cubicBezTo>
                    <a:pt x="11557" y="43434"/>
                    <a:pt x="22860" y="56896"/>
                    <a:pt x="22860" y="80010"/>
                  </a:cubicBezTo>
                  <a:cubicBezTo>
                    <a:pt x="22860" y="94234"/>
                    <a:pt x="15748" y="104394"/>
                    <a:pt x="9652" y="111252"/>
                  </a:cubicBezTo>
                  <a:cubicBezTo>
                    <a:pt x="35941" y="141732"/>
                    <a:pt x="108204" y="163576"/>
                    <a:pt x="193421" y="163576"/>
                  </a:cubicBezTo>
                  <a:cubicBezTo>
                    <a:pt x="300863" y="163576"/>
                    <a:pt x="387985" y="128778"/>
                    <a:pt x="387985" y="85979"/>
                  </a:cubicBezTo>
                  <a:cubicBezTo>
                    <a:pt x="387985" y="76581"/>
                    <a:pt x="387985" y="37846"/>
                    <a:pt x="387985" y="0"/>
                  </a:cubicBezTo>
                  <a:lnTo>
                    <a:pt x="204851" y="60960"/>
                  </a:lnTo>
                  <a:cubicBezTo>
                    <a:pt x="201041" y="62230"/>
                    <a:pt x="197231" y="62865"/>
                    <a:pt x="193294" y="62865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63500" y="63500"/>
              <a:ext cx="617855" cy="425450"/>
            </a:xfrm>
            <a:custGeom>
              <a:rect b="b" l="l" r="r" t="t"/>
              <a:pathLst>
                <a:path extrusionOk="0" h="425450" w="617855">
                  <a:moveTo>
                    <a:pt x="314960" y="0"/>
                  </a:moveTo>
                  <a:cubicBezTo>
                    <a:pt x="313690" y="0"/>
                    <a:pt x="312420" y="254"/>
                    <a:pt x="311150" y="635"/>
                  </a:cubicBezTo>
                  <a:lnTo>
                    <a:pt x="19304" y="97917"/>
                  </a:lnTo>
                  <a:cubicBezTo>
                    <a:pt x="14351" y="99568"/>
                    <a:pt x="11049" y="104267"/>
                    <a:pt x="11049" y="109474"/>
                  </a:cubicBezTo>
                  <a:cubicBezTo>
                    <a:pt x="11049" y="114681"/>
                    <a:pt x="14351" y="119380"/>
                    <a:pt x="19304" y="121031"/>
                  </a:cubicBezTo>
                  <a:lnTo>
                    <a:pt x="86233" y="143383"/>
                  </a:lnTo>
                  <a:cubicBezTo>
                    <a:pt x="70866" y="161290"/>
                    <a:pt x="61849" y="186436"/>
                    <a:pt x="58674" y="227330"/>
                  </a:cubicBezTo>
                  <a:cubicBezTo>
                    <a:pt x="48133" y="232283"/>
                    <a:pt x="40640" y="242951"/>
                    <a:pt x="40640" y="255397"/>
                  </a:cubicBezTo>
                  <a:cubicBezTo>
                    <a:pt x="40640" y="268097"/>
                    <a:pt x="48260" y="278892"/>
                    <a:pt x="59182" y="283845"/>
                  </a:cubicBezTo>
                  <a:cubicBezTo>
                    <a:pt x="49530" y="366522"/>
                    <a:pt x="0" y="394081"/>
                    <a:pt x="0" y="401193"/>
                  </a:cubicBezTo>
                  <a:cubicBezTo>
                    <a:pt x="0" y="404749"/>
                    <a:pt x="38354" y="425450"/>
                    <a:pt x="47498" y="425450"/>
                  </a:cubicBezTo>
                  <a:cubicBezTo>
                    <a:pt x="61595" y="425450"/>
                    <a:pt x="95504" y="401574"/>
                    <a:pt x="95504" y="349885"/>
                  </a:cubicBezTo>
                  <a:cubicBezTo>
                    <a:pt x="95504" y="319405"/>
                    <a:pt x="92710" y="296418"/>
                    <a:pt x="89916" y="280162"/>
                  </a:cubicBezTo>
                  <a:cubicBezTo>
                    <a:pt x="97663" y="274447"/>
                    <a:pt x="103124" y="265684"/>
                    <a:pt x="103124" y="255270"/>
                  </a:cubicBezTo>
                  <a:cubicBezTo>
                    <a:pt x="103124" y="243967"/>
                    <a:pt x="96774" y="234442"/>
                    <a:pt x="87757" y="228981"/>
                  </a:cubicBezTo>
                  <a:cubicBezTo>
                    <a:pt x="92837" y="161417"/>
                    <a:pt x="113792" y="150114"/>
                    <a:pt x="164338" y="129159"/>
                  </a:cubicBezTo>
                  <a:cubicBezTo>
                    <a:pt x="169418" y="127127"/>
                    <a:pt x="178943" y="123317"/>
                    <a:pt x="184531" y="121031"/>
                  </a:cubicBezTo>
                  <a:cubicBezTo>
                    <a:pt x="194437" y="116967"/>
                    <a:pt x="203454" y="113284"/>
                    <a:pt x="212090" y="109855"/>
                  </a:cubicBezTo>
                  <a:cubicBezTo>
                    <a:pt x="239903" y="98806"/>
                    <a:pt x="263398" y="89916"/>
                    <a:pt x="281305" y="83312"/>
                  </a:cubicBezTo>
                  <a:cubicBezTo>
                    <a:pt x="300990" y="76327"/>
                    <a:pt x="309753" y="73787"/>
                    <a:pt x="310007" y="73660"/>
                  </a:cubicBezTo>
                  <a:cubicBezTo>
                    <a:pt x="311531" y="73152"/>
                    <a:pt x="313055" y="72898"/>
                    <a:pt x="314579" y="72898"/>
                  </a:cubicBezTo>
                  <a:cubicBezTo>
                    <a:pt x="320675" y="72898"/>
                    <a:pt x="326390" y="76708"/>
                    <a:pt x="328422" y="82804"/>
                  </a:cubicBezTo>
                  <a:cubicBezTo>
                    <a:pt x="330962" y="90424"/>
                    <a:pt x="326898" y="98679"/>
                    <a:pt x="319278" y="101346"/>
                  </a:cubicBezTo>
                  <a:cubicBezTo>
                    <a:pt x="318643" y="101600"/>
                    <a:pt x="284607" y="111252"/>
                    <a:pt x="195707" y="147955"/>
                  </a:cubicBezTo>
                  <a:cubicBezTo>
                    <a:pt x="189992" y="150368"/>
                    <a:pt x="184531" y="152400"/>
                    <a:pt x="179324" y="154559"/>
                  </a:cubicBezTo>
                  <a:cubicBezTo>
                    <a:pt x="168783" y="158750"/>
                    <a:pt x="160020" y="162052"/>
                    <a:pt x="152781" y="165354"/>
                  </a:cubicBezTo>
                  <a:lnTo>
                    <a:pt x="311150" y="218186"/>
                  </a:lnTo>
                  <a:cubicBezTo>
                    <a:pt x="312420" y="218567"/>
                    <a:pt x="313690" y="218821"/>
                    <a:pt x="314960" y="218821"/>
                  </a:cubicBezTo>
                  <a:cubicBezTo>
                    <a:pt x="316230" y="218821"/>
                    <a:pt x="317500" y="218567"/>
                    <a:pt x="318770" y="218186"/>
                  </a:cubicBezTo>
                  <a:lnTo>
                    <a:pt x="610489" y="120904"/>
                  </a:lnTo>
                  <a:cubicBezTo>
                    <a:pt x="613918" y="119761"/>
                    <a:pt x="616585" y="117221"/>
                    <a:pt x="617855" y="113919"/>
                  </a:cubicBezTo>
                  <a:lnTo>
                    <a:pt x="617855" y="104775"/>
                  </a:lnTo>
                  <a:lnTo>
                    <a:pt x="617855" y="104775"/>
                  </a:lnTo>
                  <a:cubicBezTo>
                    <a:pt x="616585" y="101600"/>
                    <a:pt x="613918" y="98933"/>
                    <a:pt x="610489" y="97790"/>
                  </a:cubicBezTo>
                  <a:lnTo>
                    <a:pt x="318770" y="635"/>
                  </a:lnTo>
                  <a:cubicBezTo>
                    <a:pt x="317500" y="254"/>
                    <a:pt x="316230" y="0"/>
                    <a:pt x="314960" y="0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5"/>
          <p:cNvSpPr/>
          <p:nvPr/>
        </p:nvSpPr>
        <p:spPr>
          <a:xfrm>
            <a:off x="10281152" y="2462917"/>
            <a:ext cx="6256401" cy="6010275"/>
          </a:xfrm>
          <a:custGeom>
            <a:rect b="b" l="l" r="r" t="t"/>
            <a:pathLst>
              <a:path extrusionOk="0" h="6010275" w="6256401">
                <a:moveTo>
                  <a:pt x="4748403" y="19177"/>
                </a:moveTo>
                <a:cubicBezTo>
                  <a:pt x="5569966" y="19177"/>
                  <a:pt x="6238494" y="686435"/>
                  <a:pt x="6238494" y="1507998"/>
                </a:cubicBezTo>
                <a:cubicBezTo>
                  <a:pt x="6238494" y="2329561"/>
                  <a:pt x="5569966" y="2998089"/>
                  <a:pt x="4748403" y="2998089"/>
                </a:cubicBezTo>
                <a:lnTo>
                  <a:pt x="4748403" y="3017266"/>
                </a:lnTo>
                <a:lnTo>
                  <a:pt x="6238494" y="3017266"/>
                </a:lnTo>
                <a:lnTo>
                  <a:pt x="6238494" y="5996178"/>
                </a:lnTo>
                <a:lnTo>
                  <a:pt x="1507998" y="5996178"/>
                </a:lnTo>
                <a:cubicBezTo>
                  <a:pt x="686308" y="5996178"/>
                  <a:pt x="17907" y="5327650"/>
                  <a:pt x="17907" y="4506087"/>
                </a:cubicBezTo>
                <a:cubicBezTo>
                  <a:pt x="17907" y="3684524"/>
                  <a:pt x="686308" y="3015869"/>
                  <a:pt x="1507998" y="3015869"/>
                </a:cubicBezTo>
                <a:lnTo>
                  <a:pt x="1509268" y="3015869"/>
                </a:lnTo>
                <a:lnTo>
                  <a:pt x="1509268" y="2996692"/>
                </a:lnTo>
                <a:lnTo>
                  <a:pt x="19177" y="2996692"/>
                </a:lnTo>
                <a:lnTo>
                  <a:pt x="19177" y="19177"/>
                </a:lnTo>
                <a:close/>
                <a:moveTo>
                  <a:pt x="0" y="0"/>
                </a:moveTo>
                <a:lnTo>
                  <a:pt x="0" y="3015869"/>
                </a:lnTo>
                <a:lnTo>
                  <a:pt x="1268095" y="3015869"/>
                </a:lnTo>
                <a:cubicBezTo>
                  <a:pt x="549910" y="3132074"/>
                  <a:pt x="0" y="3755898"/>
                  <a:pt x="0" y="4506087"/>
                </a:cubicBezTo>
                <a:cubicBezTo>
                  <a:pt x="0" y="5302123"/>
                  <a:pt x="619125" y="5955538"/>
                  <a:pt x="1401445" y="6010275"/>
                </a:cubicBezTo>
                <a:lnTo>
                  <a:pt x="6256401" y="6010275"/>
                </a:lnTo>
                <a:lnTo>
                  <a:pt x="6256401" y="2998089"/>
                </a:lnTo>
                <a:lnTo>
                  <a:pt x="4988306" y="2998089"/>
                </a:lnTo>
                <a:cubicBezTo>
                  <a:pt x="5706618" y="2882011"/>
                  <a:pt x="6256401" y="2258187"/>
                  <a:pt x="6256401" y="1507998"/>
                </a:cubicBezTo>
                <a:cubicBezTo>
                  <a:pt x="6256401" y="676148"/>
                  <a:pt x="5580253" y="0"/>
                  <a:pt x="47484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9603000" y="1892789"/>
            <a:ext cx="6518815" cy="6267545"/>
          </a:xfrm>
          <a:custGeom>
            <a:rect b="b" l="l" r="r" t="t"/>
            <a:pathLst>
              <a:path extrusionOk="0" h="8356727" w="8691753">
                <a:moveTo>
                  <a:pt x="0" y="0"/>
                </a:moveTo>
                <a:lnTo>
                  <a:pt x="0" y="4177538"/>
                </a:lnTo>
                <a:lnTo>
                  <a:pt x="2089658" y="4177538"/>
                </a:lnTo>
                <a:cubicBezTo>
                  <a:pt x="935355" y="4177538"/>
                  <a:pt x="0" y="5112893"/>
                  <a:pt x="0" y="6267069"/>
                </a:cubicBezTo>
                <a:cubicBezTo>
                  <a:pt x="0" y="7421245"/>
                  <a:pt x="935355" y="8356727"/>
                  <a:pt x="2089658" y="8356727"/>
                </a:cubicBezTo>
                <a:lnTo>
                  <a:pt x="8691753" y="8356727"/>
                </a:lnTo>
                <a:lnTo>
                  <a:pt x="8691753" y="4179316"/>
                </a:lnTo>
                <a:lnTo>
                  <a:pt x="6607810" y="4179316"/>
                </a:lnTo>
                <a:cubicBezTo>
                  <a:pt x="7709915" y="4179316"/>
                  <a:pt x="8612632" y="3326384"/>
                  <a:pt x="8691753" y="2244598"/>
                </a:cubicBezTo>
                <a:lnTo>
                  <a:pt x="8691753" y="2244598"/>
                </a:lnTo>
                <a:lnTo>
                  <a:pt x="8691753" y="1934718"/>
                </a:lnTo>
                <a:lnTo>
                  <a:pt x="8691753" y="1934718"/>
                </a:lnTo>
                <a:cubicBezTo>
                  <a:pt x="8612505" y="852932"/>
                  <a:pt x="7709916" y="0"/>
                  <a:pt x="660781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4611" l="0" r="0" t="-2168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0" y="0"/>
            <a:ext cx="1788922" cy="1513205"/>
          </a:xfrm>
          <a:custGeom>
            <a:rect b="b" l="l" r="r" t="t"/>
            <a:pathLst>
              <a:path extrusionOk="0" h="1513205" w="1788922">
                <a:moveTo>
                  <a:pt x="1589913" y="0"/>
                </a:moveTo>
                <a:cubicBezTo>
                  <a:pt x="1557782" y="53467"/>
                  <a:pt x="1518793" y="103759"/>
                  <a:pt x="1472819" y="149860"/>
                </a:cubicBezTo>
                <a:lnTo>
                  <a:pt x="1463040" y="159639"/>
                </a:lnTo>
                <a:lnTo>
                  <a:pt x="1472819" y="169418"/>
                </a:lnTo>
                <a:cubicBezTo>
                  <a:pt x="1776857" y="474091"/>
                  <a:pt x="1776857" y="969772"/>
                  <a:pt x="1472819" y="1273810"/>
                </a:cubicBezTo>
                <a:cubicBezTo>
                  <a:pt x="1320546" y="1426083"/>
                  <a:pt x="1120648" y="1502029"/>
                  <a:pt x="920369" y="1502029"/>
                </a:cubicBezTo>
                <a:cubicBezTo>
                  <a:pt x="720598" y="1502029"/>
                  <a:pt x="520700" y="1426083"/>
                  <a:pt x="368427" y="1273810"/>
                </a:cubicBezTo>
                <a:lnTo>
                  <a:pt x="358648" y="1264031"/>
                </a:lnTo>
                <a:lnTo>
                  <a:pt x="348869" y="1273810"/>
                </a:lnTo>
                <a:cubicBezTo>
                  <a:pt x="248539" y="1373886"/>
                  <a:pt x="127762" y="1440942"/>
                  <a:pt x="0" y="1475232"/>
                </a:cubicBezTo>
                <a:lnTo>
                  <a:pt x="0" y="1486662"/>
                </a:lnTo>
                <a:cubicBezTo>
                  <a:pt x="130556" y="1452118"/>
                  <a:pt x="254127" y="1383919"/>
                  <a:pt x="356362" y="1281684"/>
                </a:cubicBezTo>
                <a:lnTo>
                  <a:pt x="358521" y="1279525"/>
                </a:lnTo>
                <a:lnTo>
                  <a:pt x="360680" y="1281684"/>
                </a:lnTo>
                <a:cubicBezTo>
                  <a:pt x="515239" y="1436243"/>
                  <a:pt x="717677" y="1513205"/>
                  <a:pt x="920242" y="1513205"/>
                </a:cubicBezTo>
                <a:cubicBezTo>
                  <a:pt x="1122807" y="1513205"/>
                  <a:pt x="1325880" y="1436243"/>
                  <a:pt x="1480439" y="1281684"/>
                </a:cubicBezTo>
                <a:cubicBezTo>
                  <a:pt x="1788922" y="973201"/>
                  <a:pt x="1788922" y="470916"/>
                  <a:pt x="1480439" y="161925"/>
                </a:cubicBezTo>
                <a:lnTo>
                  <a:pt x="1478280" y="159766"/>
                </a:lnTo>
                <a:lnTo>
                  <a:pt x="1480439" y="157607"/>
                </a:lnTo>
                <a:cubicBezTo>
                  <a:pt x="1528699" y="109347"/>
                  <a:pt x="1569339" y="56388"/>
                  <a:pt x="1602486" y="1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1886350" y="7031767"/>
            <a:ext cx="617855" cy="425450"/>
            <a:chOff x="63500" y="63500"/>
            <a:chExt cx="617855" cy="425450"/>
          </a:xfrm>
        </p:grpSpPr>
        <p:sp>
          <p:nvSpPr>
            <p:cNvPr id="114" name="Google Shape;114;p15"/>
            <p:cNvSpPr/>
            <p:nvPr/>
          </p:nvSpPr>
          <p:spPr>
            <a:xfrm>
              <a:off x="185039" y="251714"/>
              <a:ext cx="387985" cy="163576"/>
            </a:xfrm>
            <a:custGeom>
              <a:rect b="b" l="l" r="r" t="t"/>
              <a:pathLst>
                <a:path extrusionOk="0" h="163576" w="387985">
                  <a:moveTo>
                    <a:pt x="193421" y="62738"/>
                  </a:moveTo>
                  <a:cubicBezTo>
                    <a:pt x="189484" y="62738"/>
                    <a:pt x="185674" y="62103"/>
                    <a:pt x="181864" y="60833"/>
                  </a:cubicBezTo>
                  <a:lnTo>
                    <a:pt x="4826" y="1905"/>
                  </a:lnTo>
                  <a:cubicBezTo>
                    <a:pt x="1651" y="10287"/>
                    <a:pt x="0" y="20955"/>
                    <a:pt x="0" y="36703"/>
                  </a:cubicBezTo>
                  <a:cubicBezTo>
                    <a:pt x="11557" y="43434"/>
                    <a:pt x="22860" y="56896"/>
                    <a:pt x="22860" y="80010"/>
                  </a:cubicBezTo>
                  <a:cubicBezTo>
                    <a:pt x="22860" y="94234"/>
                    <a:pt x="15748" y="104394"/>
                    <a:pt x="9652" y="111252"/>
                  </a:cubicBezTo>
                  <a:cubicBezTo>
                    <a:pt x="35941" y="141732"/>
                    <a:pt x="108204" y="163576"/>
                    <a:pt x="193421" y="163576"/>
                  </a:cubicBezTo>
                  <a:cubicBezTo>
                    <a:pt x="300863" y="163576"/>
                    <a:pt x="387985" y="128778"/>
                    <a:pt x="387985" y="85979"/>
                  </a:cubicBezTo>
                  <a:cubicBezTo>
                    <a:pt x="387985" y="76581"/>
                    <a:pt x="387985" y="37846"/>
                    <a:pt x="387985" y="0"/>
                  </a:cubicBezTo>
                  <a:lnTo>
                    <a:pt x="204851" y="60960"/>
                  </a:lnTo>
                  <a:cubicBezTo>
                    <a:pt x="201041" y="62230"/>
                    <a:pt x="197231" y="62865"/>
                    <a:pt x="193294" y="62865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63500" y="63500"/>
              <a:ext cx="617855" cy="425450"/>
            </a:xfrm>
            <a:custGeom>
              <a:rect b="b" l="l" r="r" t="t"/>
              <a:pathLst>
                <a:path extrusionOk="0" h="425450" w="617855">
                  <a:moveTo>
                    <a:pt x="314960" y="0"/>
                  </a:moveTo>
                  <a:cubicBezTo>
                    <a:pt x="313690" y="0"/>
                    <a:pt x="312420" y="254"/>
                    <a:pt x="311150" y="635"/>
                  </a:cubicBezTo>
                  <a:lnTo>
                    <a:pt x="19304" y="97917"/>
                  </a:lnTo>
                  <a:cubicBezTo>
                    <a:pt x="14351" y="99568"/>
                    <a:pt x="11049" y="104267"/>
                    <a:pt x="11049" y="109474"/>
                  </a:cubicBezTo>
                  <a:cubicBezTo>
                    <a:pt x="11049" y="114681"/>
                    <a:pt x="14351" y="119380"/>
                    <a:pt x="19304" y="121031"/>
                  </a:cubicBezTo>
                  <a:lnTo>
                    <a:pt x="86233" y="143383"/>
                  </a:lnTo>
                  <a:cubicBezTo>
                    <a:pt x="70866" y="161290"/>
                    <a:pt x="61849" y="186436"/>
                    <a:pt x="58674" y="227330"/>
                  </a:cubicBezTo>
                  <a:cubicBezTo>
                    <a:pt x="48133" y="232283"/>
                    <a:pt x="40640" y="242951"/>
                    <a:pt x="40640" y="255397"/>
                  </a:cubicBezTo>
                  <a:cubicBezTo>
                    <a:pt x="40640" y="268097"/>
                    <a:pt x="48260" y="278892"/>
                    <a:pt x="59182" y="283845"/>
                  </a:cubicBezTo>
                  <a:cubicBezTo>
                    <a:pt x="49530" y="366522"/>
                    <a:pt x="0" y="394081"/>
                    <a:pt x="0" y="401193"/>
                  </a:cubicBezTo>
                  <a:cubicBezTo>
                    <a:pt x="0" y="404749"/>
                    <a:pt x="38354" y="425450"/>
                    <a:pt x="47498" y="425450"/>
                  </a:cubicBezTo>
                  <a:cubicBezTo>
                    <a:pt x="61595" y="425450"/>
                    <a:pt x="95504" y="401574"/>
                    <a:pt x="95504" y="349885"/>
                  </a:cubicBezTo>
                  <a:cubicBezTo>
                    <a:pt x="95504" y="319405"/>
                    <a:pt x="92710" y="296418"/>
                    <a:pt x="89916" y="280162"/>
                  </a:cubicBezTo>
                  <a:cubicBezTo>
                    <a:pt x="97663" y="274447"/>
                    <a:pt x="103124" y="265684"/>
                    <a:pt x="103124" y="255270"/>
                  </a:cubicBezTo>
                  <a:cubicBezTo>
                    <a:pt x="103124" y="243967"/>
                    <a:pt x="96774" y="234442"/>
                    <a:pt x="87757" y="228981"/>
                  </a:cubicBezTo>
                  <a:cubicBezTo>
                    <a:pt x="92837" y="161417"/>
                    <a:pt x="113792" y="150114"/>
                    <a:pt x="164338" y="129159"/>
                  </a:cubicBezTo>
                  <a:cubicBezTo>
                    <a:pt x="169418" y="127127"/>
                    <a:pt x="178943" y="123317"/>
                    <a:pt x="184531" y="121031"/>
                  </a:cubicBezTo>
                  <a:cubicBezTo>
                    <a:pt x="194437" y="116967"/>
                    <a:pt x="203454" y="113284"/>
                    <a:pt x="212090" y="109855"/>
                  </a:cubicBezTo>
                  <a:cubicBezTo>
                    <a:pt x="239903" y="98806"/>
                    <a:pt x="263398" y="89916"/>
                    <a:pt x="281305" y="83312"/>
                  </a:cubicBezTo>
                  <a:cubicBezTo>
                    <a:pt x="300990" y="76327"/>
                    <a:pt x="309753" y="73787"/>
                    <a:pt x="310007" y="73660"/>
                  </a:cubicBezTo>
                  <a:cubicBezTo>
                    <a:pt x="311531" y="73152"/>
                    <a:pt x="313055" y="72898"/>
                    <a:pt x="314579" y="72898"/>
                  </a:cubicBezTo>
                  <a:cubicBezTo>
                    <a:pt x="320675" y="72898"/>
                    <a:pt x="326390" y="76708"/>
                    <a:pt x="328422" y="82804"/>
                  </a:cubicBezTo>
                  <a:cubicBezTo>
                    <a:pt x="330962" y="90424"/>
                    <a:pt x="326898" y="98679"/>
                    <a:pt x="319278" y="101346"/>
                  </a:cubicBezTo>
                  <a:cubicBezTo>
                    <a:pt x="318643" y="101600"/>
                    <a:pt x="284607" y="111252"/>
                    <a:pt x="195707" y="147955"/>
                  </a:cubicBezTo>
                  <a:cubicBezTo>
                    <a:pt x="189992" y="150368"/>
                    <a:pt x="184531" y="152400"/>
                    <a:pt x="179324" y="154559"/>
                  </a:cubicBezTo>
                  <a:cubicBezTo>
                    <a:pt x="168783" y="158750"/>
                    <a:pt x="160020" y="162052"/>
                    <a:pt x="152781" y="165354"/>
                  </a:cubicBezTo>
                  <a:lnTo>
                    <a:pt x="311150" y="218186"/>
                  </a:lnTo>
                  <a:cubicBezTo>
                    <a:pt x="312420" y="218567"/>
                    <a:pt x="313690" y="218821"/>
                    <a:pt x="314960" y="218821"/>
                  </a:cubicBezTo>
                  <a:cubicBezTo>
                    <a:pt x="316230" y="218821"/>
                    <a:pt x="317500" y="218567"/>
                    <a:pt x="318770" y="218186"/>
                  </a:cubicBezTo>
                  <a:lnTo>
                    <a:pt x="610489" y="120904"/>
                  </a:lnTo>
                  <a:cubicBezTo>
                    <a:pt x="613918" y="119761"/>
                    <a:pt x="616585" y="117221"/>
                    <a:pt x="617855" y="113919"/>
                  </a:cubicBezTo>
                  <a:lnTo>
                    <a:pt x="617855" y="104775"/>
                  </a:lnTo>
                  <a:lnTo>
                    <a:pt x="617855" y="104775"/>
                  </a:lnTo>
                  <a:cubicBezTo>
                    <a:pt x="616585" y="101600"/>
                    <a:pt x="613918" y="98933"/>
                    <a:pt x="610489" y="97790"/>
                  </a:cubicBezTo>
                  <a:lnTo>
                    <a:pt x="318770" y="635"/>
                  </a:lnTo>
                  <a:cubicBezTo>
                    <a:pt x="317500" y="254"/>
                    <a:pt x="316230" y="0"/>
                    <a:pt x="314960" y="0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825843" y="8478342"/>
            <a:ext cx="1923923" cy="1471422"/>
            <a:chOff x="63500" y="63500"/>
            <a:chExt cx="1923923" cy="1471422"/>
          </a:xfrm>
        </p:grpSpPr>
        <p:sp>
          <p:nvSpPr>
            <p:cNvPr id="117" name="Google Shape;117;p15"/>
            <p:cNvSpPr/>
            <p:nvPr/>
          </p:nvSpPr>
          <p:spPr>
            <a:xfrm>
              <a:off x="63500" y="63500"/>
              <a:ext cx="1462659" cy="1462532"/>
            </a:xfrm>
            <a:custGeom>
              <a:rect b="b" l="l" r="r" t="t"/>
              <a:pathLst>
                <a:path extrusionOk="0" h="1462532" w="1462659">
                  <a:moveTo>
                    <a:pt x="749173" y="391287"/>
                  </a:moveTo>
                  <a:cubicBezTo>
                    <a:pt x="751459" y="411734"/>
                    <a:pt x="755396" y="431800"/>
                    <a:pt x="760984" y="451612"/>
                  </a:cubicBezTo>
                  <a:cubicBezTo>
                    <a:pt x="766572" y="471424"/>
                    <a:pt x="773938" y="490601"/>
                    <a:pt x="782828" y="509143"/>
                  </a:cubicBezTo>
                  <a:cubicBezTo>
                    <a:pt x="791718" y="527685"/>
                    <a:pt x="802132" y="545338"/>
                    <a:pt x="813943" y="562102"/>
                  </a:cubicBezTo>
                  <a:cubicBezTo>
                    <a:pt x="825754" y="578866"/>
                    <a:pt x="839089" y="594487"/>
                    <a:pt x="853567" y="609092"/>
                  </a:cubicBezTo>
                  <a:cubicBezTo>
                    <a:pt x="868045" y="623697"/>
                    <a:pt x="883793" y="636905"/>
                    <a:pt x="900557" y="648716"/>
                  </a:cubicBezTo>
                  <a:cubicBezTo>
                    <a:pt x="917321" y="660527"/>
                    <a:pt x="934974" y="670941"/>
                    <a:pt x="953516" y="679831"/>
                  </a:cubicBezTo>
                  <a:cubicBezTo>
                    <a:pt x="972058" y="688721"/>
                    <a:pt x="991235" y="695960"/>
                    <a:pt x="1011047" y="701675"/>
                  </a:cubicBezTo>
                  <a:cubicBezTo>
                    <a:pt x="1030859" y="707390"/>
                    <a:pt x="1050925" y="711200"/>
                    <a:pt x="1071372" y="713486"/>
                  </a:cubicBezTo>
                  <a:cubicBezTo>
                    <a:pt x="1201547" y="726440"/>
                    <a:pt x="1331976" y="732409"/>
                    <a:pt x="1462659" y="731266"/>
                  </a:cubicBezTo>
                  <a:cubicBezTo>
                    <a:pt x="1331849" y="730250"/>
                    <a:pt x="1201420" y="736092"/>
                    <a:pt x="1071372" y="749046"/>
                  </a:cubicBezTo>
                  <a:cubicBezTo>
                    <a:pt x="1050925" y="751332"/>
                    <a:pt x="1030859" y="755269"/>
                    <a:pt x="1011047" y="760857"/>
                  </a:cubicBezTo>
                  <a:cubicBezTo>
                    <a:pt x="991235" y="766445"/>
                    <a:pt x="972058" y="773811"/>
                    <a:pt x="953516" y="782701"/>
                  </a:cubicBezTo>
                  <a:cubicBezTo>
                    <a:pt x="934974" y="791591"/>
                    <a:pt x="917321" y="802005"/>
                    <a:pt x="900557" y="813816"/>
                  </a:cubicBezTo>
                  <a:cubicBezTo>
                    <a:pt x="883793" y="825627"/>
                    <a:pt x="868172" y="838962"/>
                    <a:pt x="853567" y="853440"/>
                  </a:cubicBezTo>
                  <a:cubicBezTo>
                    <a:pt x="838962" y="867918"/>
                    <a:pt x="825754" y="883666"/>
                    <a:pt x="813943" y="900430"/>
                  </a:cubicBezTo>
                  <a:cubicBezTo>
                    <a:pt x="802132" y="917194"/>
                    <a:pt x="791718" y="934847"/>
                    <a:pt x="782828" y="953389"/>
                  </a:cubicBezTo>
                  <a:cubicBezTo>
                    <a:pt x="773938" y="971931"/>
                    <a:pt x="766699" y="991108"/>
                    <a:pt x="760984" y="1010920"/>
                  </a:cubicBezTo>
                  <a:cubicBezTo>
                    <a:pt x="755269" y="1030732"/>
                    <a:pt x="751459" y="1050798"/>
                    <a:pt x="749173" y="1071245"/>
                  </a:cubicBezTo>
                  <a:cubicBezTo>
                    <a:pt x="736219" y="1201420"/>
                    <a:pt x="730250" y="1331849"/>
                    <a:pt x="731393" y="1462532"/>
                  </a:cubicBezTo>
                  <a:cubicBezTo>
                    <a:pt x="732409" y="1331722"/>
                    <a:pt x="726567" y="1201293"/>
                    <a:pt x="713613" y="1071245"/>
                  </a:cubicBezTo>
                  <a:cubicBezTo>
                    <a:pt x="711327" y="1050798"/>
                    <a:pt x="707390" y="1030732"/>
                    <a:pt x="701802" y="1010920"/>
                  </a:cubicBezTo>
                  <a:cubicBezTo>
                    <a:pt x="696214" y="991108"/>
                    <a:pt x="688848" y="971931"/>
                    <a:pt x="679958" y="953389"/>
                  </a:cubicBezTo>
                  <a:cubicBezTo>
                    <a:pt x="671068" y="934847"/>
                    <a:pt x="660654" y="917194"/>
                    <a:pt x="648843" y="900430"/>
                  </a:cubicBezTo>
                  <a:cubicBezTo>
                    <a:pt x="637032" y="883666"/>
                    <a:pt x="623697" y="868045"/>
                    <a:pt x="609219" y="853440"/>
                  </a:cubicBezTo>
                  <a:cubicBezTo>
                    <a:pt x="594741" y="838835"/>
                    <a:pt x="578993" y="825627"/>
                    <a:pt x="562229" y="813816"/>
                  </a:cubicBezTo>
                  <a:cubicBezTo>
                    <a:pt x="545465" y="802005"/>
                    <a:pt x="527812" y="791591"/>
                    <a:pt x="509270" y="782701"/>
                  </a:cubicBezTo>
                  <a:cubicBezTo>
                    <a:pt x="490728" y="773811"/>
                    <a:pt x="471551" y="766572"/>
                    <a:pt x="451739" y="760857"/>
                  </a:cubicBezTo>
                  <a:cubicBezTo>
                    <a:pt x="431927" y="755142"/>
                    <a:pt x="411861" y="751332"/>
                    <a:pt x="391414" y="749046"/>
                  </a:cubicBezTo>
                  <a:cubicBezTo>
                    <a:pt x="261239" y="736219"/>
                    <a:pt x="130810" y="730250"/>
                    <a:pt x="0" y="731266"/>
                  </a:cubicBezTo>
                  <a:cubicBezTo>
                    <a:pt x="130810" y="732282"/>
                    <a:pt x="261239" y="726440"/>
                    <a:pt x="391287" y="713486"/>
                  </a:cubicBezTo>
                  <a:cubicBezTo>
                    <a:pt x="411734" y="711200"/>
                    <a:pt x="431800" y="707263"/>
                    <a:pt x="451612" y="701675"/>
                  </a:cubicBezTo>
                  <a:cubicBezTo>
                    <a:pt x="471424" y="696087"/>
                    <a:pt x="490601" y="688721"/>
                    <a:pt x="509143" y="679831"/>
                  </a:cubicBezTo>
                  <a:cubicBezTo>
                    <a:pt x="527685" y="670941"/>
                    <a:pt x="545338" y="660527"/>
                    <a:pt x="562102" y="648716"/>
                  </a:cubicBezTo>
                  <a:cubicBezTo>
                    <a:pt x="578866" y="636905"/>
                    <a:pt x="594487" y="623570"/>
                    <a:pt x="609092" y="609092"/>
                  </a:cubicBezTo>
                  <a:cubicBezTo>
                    <a:pt x="623697" y="594614"/>
                    <a:pt x="636905" y="578866"/>
                    <a:pt x="648716" y="562102"/>
                  </a:cubicBezTo>
                  <a:cubicBezTo>
                    <a:pt x="660527" y="545338"/>
                    <a:pt x="670941" y="527685"/>
                    <a:pt x="679831" y="509143"/>
                  </a:cubicBezTo>
                  <a:cubicBezTo>
                    <a:pt x="688721" y="490601"/>
                    <a:pt x="695960" y="471424"/>
                    <a:pt x="701675" y="451612"/>
                  </a:cubicBezTo>
                  <a:cubicBezTo>
                    <a:pt x="707390" y="431800"/>
                    <a:pt x="711200" y="411734"/>
                    <a:pt x="713486" y="391287"/>
                  </a:cubicBezTo>
                  <a:cubicBezTo>
                    <a:pt x="726440" y="261239"/>
                    <a:pt x="732409" y="130810"/>
                    <a:pt x="731266" y="0"/>
                  </a:cubicBezTo>
                  <a:cubicBezTo>
                    <a:pt x="730250" y="130810"/>
                    <a:pt x="736092" y="261239"/>
                    <a:pt x="749046" y="3912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1250188" y="794766"/>
              <a:ext cx="737235" cy="740156"/>
            </a:xfrm>
            <a:custGeom>
              <a:rect b="b" l="l" r="r" t="t"/>
              <a:pathLst>
                <a:path extrusionOk="0" h="740156" w="737235">
                  <a:moveTo>
                    <a:pt x="369951" y="0"/>
                  </a:moveTo>
                  <a:cubicBezTo>
                    <a:pt x="369824" y="10160"/>
                    <a:pt x="369824" y="20193"/>
                    <a:pt x="369951" y="30353"/>
                  </a:cubicBezTo>
                  <a:cubicBezTo>
                    <a:pt x="370078" y="20193"/>
                    <a:pt x="370078" y="10160"/>
                    <a:pt x="369951" y="0"/>
                  </a:cubicBezTo>
                  <a:close/>
                  <a:moveTo>
                    <a:pt x="369951" y="30353"/>
                  </a:moveTo>
                  <a:cubicBezTo>
                    <a:pt x="369443" y="86360"/>
                    <a:pt x="366395" y="142240"/>
                    <a:pt x="360934" y="197993"/>
                  </a:cubicBezTo>
                  <a:cubicBezTo>
                    <a:pt x="359791" y="208280"/>
                    <a:pt x="357759" y="218567"/>
                    <a:pt x="354965" y="228473"/>
                  </a:cubicBezTo>
                  <a:cubicBezTo>
                    <a:pt x="352171" y="238379"/>
                    <a:pt x="348488" y="248158"/>
                    <a:pt x="343916" y="257556"/>
                  </a:cubicBezTo>
                  <a:cubicBezTo>
                    <a:pt x="339344" y="266954"/>
                    <a:pt x="334137" y="275844"/>
                    <a:pt x="328168" y="284353"/>
                  </a:cubicBezTo>
                  <a:cubicBezTo>
                    <a:pt x="322199" y="292862"/>
                    <a:pt x="315468" y="300736"/>
                    <a:pt x="308102" y="308102"/>
                  </a:cubicBezTo>
                  <a:cubicBezTo>
                    <a:pt x="300736" y="315468"/>
                    <a:pt x="292862" y="322199"/>
                    <a:pt x="284353" y="328168"/>
                  </a:cubicBezTo>
                  <a:cubicBezTo>
                    <a:pt x="275844" y="334137"/>
                    <a:pt x="266954" y="339471"/>
                    <a:pt x="257556" y="343916"/>
                  </a:cubicBezTo>
                  <a:cubicBezTo>
                    <a:pt x="248158" y="348361"/>
                    <a:pt x="238506" y="352044"/>
                    <a:pt x="228473" y="354965"/>
                  </a:cubicBezTo>
                  <a:cubicBezTo>
                    <a:pt x="218440" y="357886"/>
                    <a:pt x="208280" y="359791"/>
                    <a:pt x="197993" y="360934"/>
                  </a:cubicBezTo>
                  <a:cubicBezTo>
                    <a:pt x="142113" y="366522"/>
                    <a:pt x="86233" y="369443"/>
                    <a:pt x="30226" y="369951"/>
                  </a:cubicBezTo>
                  <a:cubicBezTo>
                    <a:pt x="25146" y="369951"/>
                    <a:pt x="20193" y="369951"/>
                    <a:pt x="15113" y="369951"/>
                  </a:cubicBezTo>
                  <a:cubicBezTo>
                    <a:pt x="10033" y="369951"/>
                    <a:pt x="5080" y="369951"/>
                    <a:pt x="0" y="369951"/>
                  </a:cubicBezTo>
                  <a:cubicBezTo>
                    <a:pt x="5080" y="369951"/>
                    <a:pt x="10033" y="369951"/>
                    <a:pt x="15113" y="369951"/>
                  </a:cubicBezTo>
                  <a:cubicBezTo>
                    <a:pt x="20193" y="369951"/>
                    <a:pt x="25146" y="369951"/>
                    <a:pt x="30226" y="369951"/>
                  </a:cubicBezTo>
                  <a:lnTo>
                    <a:pt x="30226" y="369951"/>
                  </a:lnTo>
                  <a:cubicBezTo>
                    <a:pt x="86233" y="370459"/>
                    <a:pt x="142240" y="373380"/>
                    <a:pt x="197993" y="378968"/>
                  </a:cubicBezTo>
                  <a:cubicBezTo>
                    <a:pt x="208280" y="380111"/>
                    <a:pt x="218567" y="382143"/>
                    <a:pt x="228473" y="384937"/>
                  </a:cubicBezTo>
                  <a:cubicBezTo>
                    <a:pt x="238379" y="387731"/>
                    <a:pt x="248158" y="391414"/>
                    <a:pt x="257556" y="395986"/>
                  </a:cubicBezTo>
                  <a:cubicBezTo>
                    <a:pt x="266954" y="400558"/>
                    <a:pt x="275844" y="405765"/>
                    <a:pt x="284353" y="411734"/>
                  </a:cubicBezTo>
                  <a:cubicBezTo>
                    <a:pt x="292862" y="417703"/>
                    <a:pt x="300736" y="424434"/>
                    <a:pt x="308102" y="431800"/>
                  </a:cubicBezTo>
                  <a:cubicBezTo>
                    <a:pt x="315468" y="439166"/>
                    <a:pt x="322199" y="447040"/>
                    <a:pt x="328168" y="455549"/>
                  </a:cubicBezTo>
                  <a:cubicBezTo>
                    <a:pt x="334137" y="464058"/>
                    <a:pt x="339471" y="472948"/>
                    <a:pt x="343916" y="482346"/>
                  </a:cubicBezTo>
                  <a:cubicBezTo>
                    <a:pt x="348361" y="491744"/>
                    <a:pt x="352044" y="501396"/>
                    <a:pt x="354965" y="511429"/>
                  </a:cubicBezTo>
                  <a:cubicBezTo>
                    <a:pt x="357886" y="521462"/>
                    <a:pt x="359791" y="531622"/>
                    <a:pt x="360934" y="541909"/>
                  </a:cubicBezTo>
                  <a:cubicBezTo>
                    <a:pt x="366522" y="597662"/>
                    <a:pt x="369443" y="653542"/>
                    <a:pt x="369951" y="709549"/>
                  </a:cubicBezTo>
                  <a:cubicBezTo>
                    <a:pt x="370459" y="653542"/>
                    <a:pt x="373380" y="597662"/>
                    <a:pt x="378968" y="541909"/>
                  </a:cubicBezTo>
                  <a:cubicBezTo>
                    <a:pt x="380111" y="531622"/>
                    <a:pt x="382143" y="521335"/>
                    <a:pt x="384937" y="511429"/>
                  </a:cubicBezTo>
                  <a:cubicBezTo>
                    <a:pt x="387731" y="501523"/>
                    <a:pt x="391414" y="491744"/>
                    <a:pt x="395986" y="482346"/>
                  </a:cubicBezTo>
                  <a:cubicBezTo>
                    <a:pt x="400558" y="472948"/>
                    <a:pt x="405765" y="464058"/>
                    <a:pt x="411734" y="455549"/>
                  </a:cubicBezTo>
                  <a:cubicBezTo>
                    <a:pt x="417703" y="447040"/>
                    <a:pt x="424434" y="439166"/>
                    <a:pt x="431800" y="431800"/>
                  </a:cubicBezTo>
                  <a:cubicBezTo>
                    <a:pt x="439166" y="424434"/>
                    <a:pt x="447040" y="417703"/>
                    <a:pt x="455549" y="411734"/>
                  </a:cubicBezTo>
                  <a:cubicBezTo>
                    <a:pt x="464058" y="405765"/>
                    <a:pt x="472948" y="400431"/>
                    <a:pt x="482346" y="395986"/>
                  </a:cubicBezTo>
                  <a:cubicBezTo>
                    <a:pt x="491744" y="391541"/>
                    <a:pt x="501396" y="387858"/>
                    <a:pt x="511429" y="384937"/>
                  </a:cubicBezTo>
                  <a:cubicBezTo>
                    <a:pt x="521462" y="382016"/>
                    <a:pt x="531622" y="380111"/>
                    <a:pt x="541909" y="378968"/>
                  </a:cubicBezTo>
                  <a:cubicBezTo>
                    <a:pt x="597789" y="373380"/>
                    <a:pt x="653669" y="370459"/>
                    <a:pt x="709676" y="369951"/>
                  </a:cubicBezTo>
                  <a:lnTo>
                    <a:pt x="709676" y="369951"/>
                  </a:lnTo>
                  <a:cubicBezTo>
                    <a:pt x="714756" y="369951"/>
                    <a:pt x="719709" y="369951"/>
                    <a:pt x="724789" y="369951"/>
                  </a:cubicBezTo>
                  <a:cubicBezTo>
                    <a:pt x="728980" y="369951"/>
                    <a:pt x="733171" y="369951"/>
                    <a:pt x="737235" y="369951"/>
                  </a:cubicBezTo>
                  <a:lnTo>
                    <a:pt x="737235" y="369951"/>
                  </a:lnTo>
                  <a:lnTo>
                    <a:pt x="737235" y="369951"/>
                  </a:lnTo>
                  <a:lnTo>
                    <a:pt x="737235" y="369951"/>
                  </a:lnTo>
                  <a:cubicBezTo>
                    <a:pt x="733044" y="369951"/>
                    <a:pt x="728853" y="369951"/>
                    <a:pt x="724789" y="369951"/>
                  </a:cubicBezTo>
                  <a:cubicBezTo>
                    <a:pt x="719709" y="369951"/>
                    <a:pt x="714756" y="369951"/>
                    <a:pt x="709676" y="369951"/>
                  </a:cubicBezTo>
                  <a:cubicBezTo>
                    <a:pt x="653669" y="369443"/>
                    <a:pt x="597662" y="366522"/>
                    <a:pt x="541909" y="360934"/>
                  </a:cubicBezTo>
                  <a:cubicBezTo>
                    <a:pt x="531622" y="359791"/>
                    <a:pt x="521335" y="357759"/>
                    <a:pt x="511429" y="354965"/>
                  </a:cubicBezTo>
                  <a:cubicBezTo>
                    <a:pt x="501523" y="352171"/>
                    <a:pt x="491744" y="348488"/>
                    <a:pt x="482346" y="343916"/>
                  </a:cubicBezTo>
                  <a:cubicBezTo>
                    <a:pt x="472948" y="339344"/>
                    <a:pt x="464058" y="334137"/>
                    <a:pt x="455549" y="328168"/>
                  </a:cubicBezTo>
                  <a:cubicBezTo>
                    <a:pt x="447040" y="322199"/>
                    <a:pt x="439166" y="315468"/>
                    <a:pt x="431800" y="308102"/>
                  </a:cubicBezTo>
                  <a:cubicBezTo>
                    <a:pt x="424434" y="300736"/>
                    <a:pt x="417703" y="292862"/>
                    <a:pt x="411734" y="284353"/>
                  </a:cubicBezTo>
                  <a:cubicBezTo>
                    <a:pt x="405765" y="275844"/>
                    <a:pt x="400431" y="266954"/>
                    <a:pt x="395986" y="257556"/>
                  </a:cubicBezTo>
                  <a:cubicBezTo>
                    <a:pt x="391541" y="248158"/>
                    <a:pt x="387858" y="238506"/>
                    <a:pt x="384937" y="228473"/>
                  </a:cubicBezTo>
                  <a:cubicBezTo>
                    <a:pt x="382016" y="218440"/>
                    <a:pt x="380111" y="208280"/>
                    <a:pt x="378968" y="197993"/>
                  </a:cubicBezTo>
                  <a:cubicBezTo>
                    <a:pt x="373380" y="142240"/>
                    <a:pt x="370459" y="86360"/>
                    <a:pt x="369951" y="30353"/>
                  </a:cubicBezTo>
                  <a:close/>
                  <a:moveTo>
                    <a:pt x="369951" y="709803"/>
                  </a:moveTo>
                  <a:cubicBezTo>
                    <a:pt x="369951" y="709803"/>
                    <a:pt x="369951" y="709803"/>
                    <a:pt x="369951" y="709803"/>
                  </a:cubicBezTo>
                  <a:cubicBezTo>
                    <a:pt x="369824" y="719963"/>
                    <a:pt x="369824" y="729996"/>
                    <a:pt x="369951" y="740156"/>
                  </a:cubicBezTo>
                  <a:cubicBezTo>
                    <a:pt x="370078" y="729996"/>
                    <a:pt x="370078" y="719963"/>
                    <a:pt x="369951" y="709803"/>
                  </a:cubicBezTo>
                  <a:cubicBezTo>
                    <a:pt x="369951" y="709803"/>
                    <a:pt x="369951" y="709803"/>
                    <a:pt x="369951" y="7098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119505" y="141605"/>
              <a:ext cx="451866" cy="451866"/>
            </a:xfrm>
            <a:custGeom>
              <a:rect b="b" l="l" r="r" t="t"/>
              <a:pathLst>
                <a:path extrusionOk="0" h="451866" w="451866">
                  <a:moveTo>
                    <a:pt x="231394" y="120904"/>
                  </a:moveTo>
                  <a:cubicBezTo>
                    <a:pt x="232029" y="127254"/>
                    <a:pt x="233299" y="133477"/>
                    <a:pt x="235077" y="139573"/>
                  </a:cubicBezTo>
                  <a:cubicBezTo>
                    <a:pt x="236855" y="145669"/>
                    <a:pt x="239014" y="151638"/>
                    <a:pt x="241808" y="157353"/>
                  </a:cubicBezTo>
                  <a:cubicBezTo>
                    <a:pt x="244602" y="163068"/>
                    <a:pt x="247777" y="168529"/>
                    <a:pt x="251460" y="173736"/>
                  </a:cubicBezTo>
                  <a:cubicBezTo>
                    <a:pt x="255143" y="178943"/>
                    <a:pt x="259207" y="183769"/>
                    <a:pt x="263652" y="188214"/>
                  </a:cubicBezTo>
                  <a:cubicBezTo>
                    <a:pt x="268097" y="192659"/>
                    <a:pt x="272923" y="196850"/>
                    <a:pt x="278130" y="200406"/>
                  </a:cubicBezTo>
                  <a:cubicBezTo>
                    <a:pt x="283337" y="203962"/>
                    <a:pt x="288798" y="207264"/>
                    <a:pt x="294513" y="210058"/>
                  </a:cubicBezTo>
                  <a:cubicBezTo>
                    <a:pt x="300228" y="212852"/>
                    <a:pt x="306197" y="215011"/>
                    <a:pt x="312293" y="216789"/>
                  </a:cubicBezTo>
                  <a:cubicBezTo>
                    <a:pt x="318389" y="218567"/>
                    <a:pt x="324612" y="219710"/>
                    <a:pt x="330962" y="220472"/>
                  </a:cubicBezTo>
                  <a:cubicBezTo>
                    <a:pt x="371221" y="224536"/>
                    <a:pt x="411480" y="226314"/>
                    <a:pt x="451866" y="225933"/>
                  </a:cubicBezTo>
                  <a:cubicBezTo>
                    <a:pt x="411480" y="225552"/>
                    <a:pt x="371221" y="227457"/>
                    <a:pt x="330962" y="231394"/>
                  </a:cubicBezTo>
                  <a:cubicBezTo>
                    <a:pt x="324612" y="232029"/>
                    <a:pt x="318389" y="233299"/>
                    <a:pt x="312293" y="235077"/>
                  </a:cubicBezTo>
                  <a:cubicBezTo>
                    <a:pt x="306197" y="236855"/>
                    <a:pt x="300228" y="239014"/>
                    <a:pt x="294513" y="241808"/>
                  </a:cubicBezTo>
                  <a:cubicBezTo>
                    <a:pt x="288798" y="244602"/>
                    <a:pt x="283337" y="247777"/>
                    <a:pt x="278130" y="251460"/>
                  </a:cubicBezTo>
                  <a:cubicBezTo>
                    <a:pt x="272923" y="255143"/>
                    <a:pt x="268097" y="259207"/>
                    <a:pt x="263652" y="263652"/>
                  </a:cubicBezTo>
                  <a:cubicBezTo>
                    <a:pt x="259207" y="268097"/>
                    <a:pt x="255016" y="272923"/>
                    <a:pt x="251460" y="278130"/>
                  </a:cubicBezTo>
                  <a:cubicBezTo>
                    <a:pt x="247904" y="283337"/>
                    <a:pt x="244602" y="288798"/>
                    <a:pt x="241808" y="294513"/>
                  </a:cubicBezTo>
                  <a:cubicBezTo>
                    <a:pt x="239014" y="300228"/>
                    <a:pt x="236855" y="306197"/>
                    <a:pt x="235077" y="312293"/>
                  </a:cubicBezTo>
                  <a:cubicBezTo>
                    <a:pt x="233299" y="318389"/>
                    <a:pt x="232156" y="324612"/>
                    <a:pt x="231394" y="330962"/>
                  </a:cubicBezTo>
                  <a:cubicBezTo>
                    <a:pt x="227330" y="371221"/>
                    <a:pt x="225552" y="411480"/>
                    <a:pt x="225933" y="451866"/>
                  </a:cubicBezTo>
                  <a:cubicBezTo>
                    <a:pt x="226314" y="411480"/>
                    <a:pt x="224409" y="371221"/>
                    <a:pt x="220472" y="330962"/>
                  </a:cubicBezTo>
                  <a:cubicBezTo>
                    <a:pt x="219837" y="324612"/>
                    <a:pt x="218567" y="318389"/>
                    <a:pt x="216789" y="312293"/>
                  </a:cubicBezTo>
                  <a:cubicBezTo>
                    <a:pt x="215011" y="306197"/>
                    <a:pt x="212852" y="300228"/>
                    <a:pt x="210058" y="294513"/>
                  </a:cubicBezTo>
                  <a:cubicBezTo>
                    <a:pt x="207264" y="288798"/>
                    <a:pt x="204089" y="283337"/>
                    <a:pt x="200406" y="278130"/>
                  </a:cubicBezTo>
                  <a:cubicBezTo>
                    <a:pt x="196723" y="272923"/>
                    <a:pt x="192659" y="268097"/>
                    <a:pt x="188214" y="263652"/>
                  </a:cubicBezTo>
                  <a:cubicBezTo>
                    <a:pt x="183769" y="259207"/>
                    <a:pt x="178943" y="255016"/>
                    <a:pt x="173736" y="251460"/>
                  </a:cubicBezTo>
                  <a:cubicBezTo>
                    <a:pt x="168529" y="247904"/>
                    <a:pt x="163068" y="244602"/>
                    <a:pt x="157353" y="241808"/>
                  </a:cubicBezTo>
                  <a:cubicBezTo>
                    <a:pt x="151638" y="239014"/>
                    <a:pt x="145669" y="236855"/>
                    <a:pt x="139573" y="235077"/>
                  </a:cubicBezTo>
                  <a:cubicBezTo>
                    <a:pt x="133477" y="233299"/>
                    <a:pt x="127254" y="232156"/>
                    <a:pt x="120904" y="231394"/>
                  </a:cubicBezTo>
                  <a:cubicBezTo>
                    <a:pt x="80645" y="227330"/>
                    <a:pt x="40386" y="225552"/>
                    <a:pt x="0" y="225933"/>
                  </a:cubicBezTo>
                  <a:cubicBezTo>
                    <a:pt x="40386" y="226314"/>
                    <a:pt x="80645" y="224409"/>
                    <a:pt x="120904" y="220472"/>
                  </a:cubicBezTo>
                  <a:cubicBezTo>
                    <a:pt x="127254" y="219837"/>
                    <a:pt x="133477" y="218567"/>
                    <a:pt x="139573" y="216789"/>
                  </a:cubicBezTo>
                  <a:cubicBezTo>
                    <a:pt x="145669" y="215011"/>
                    <a:pt x="151638" y="212852"/>
                    <a:pt x="157353" y="210058"/>
                  </a:cubicBezTo>
                  <a:cubicBezTo>
                    <a:pt x="163068" y="207264"/>
                    <a:pt x="168529" y="204089"/>
                    <a:pt x="173736" y="200406"/>
                  </a:cubicBezTo>
                  <a:cubicBezTo>
                    <a:pt x="178943" y="196723"/>
                    <a:pt x="183769" y="192659"/>
                    <a:pt x="188214" y="188214"/>
                  </a:cubicBezTo>
                  <a:cubicBezTo>
                    <a:pt x="192659" y="183769"/>
                    <a:pt x="196723" y="178943"/>
                    <a:pt x="200406" y="173736"/>
                  </a:cubicBezTo>
                  <a:cubicBezTo>
                    <a:pt x="204089" y="168529"/>
                    <a:pt x="207264" y="163068"/>
                    <a:pt x="210058" y="157353"/>
                  </a:cubicBezTo>
                  <a:cubicBezTo>
                    <a:pt x="212852" y="151638"/>
                    <a:pt x="215011" y="145669"/>
                    <a:pt x="216789" y="139573"/>
                  </a:cubicBezTo>
                  <a:cubicBezTo>
                    <a:pt x="218567" y="133477"/>
                    <a:pt x="219710" y="127254"/>
                    <a:pt x="220472" y="120904"/>
                  </a:cubicBezTo>
                  <a:cubicBezTo>
                    <a:pt x="224536" y="80645"/>
                    <a:pt x="226314" y="40386"/>
                    <a:pt x="226060" y="0"/>
                  </a:cubicBezTo>
                  <a:cubicBezTo>
                    <a:pt x="225679" y="40386"/>
                    <a:pt x="227584" y="80772"/>
                    <a:pt x="231521" y="1209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5"/>
          <p:cNvSpPr/>
          <p:nvPr/>
        </p:nvSpPr>
        <p:spPr>
          <a:xfrm>
            <a:off x="16546452" y="8559394"/>
            <a:ext cx="1741551" cy="1727581"/>
          </a:xfrm>
          <a:custGeom>
            <a:rect b="b" l="l" r="r" t="t"/>
            <a:pathLst>
              <a:path extrusionOk="0" h="1727581" w="1741551">
                <a:moveTo>
                  <a:pt x="921512" y="0"/>
                </a:moveTo>
                <a:cubicBezTo>
                  <a:pt x="706374" y="0"/>
                  <a:pt x="491236" y="81788"/>
                  <a:pt x="327279" y="245491"/>
                </a:cubicBezTo>
                <a:cubicBezTo>
                  <a:pt x="0" y="572770"/>
                  <a:pt x="0" y="1105662"/>
                  <a:pt x="327279" y="1433576"/>
                </a:cubicBezTo>
                <a:lnTo>
                  <a:pt x="329565" y="1435862"/>
                </a:lnTo>
                <a:lnTo>
                  <a:pt x="327279" y="1438148"/>
                </a:lnTo>
                <a:cubicBezTo>
                  <a:pt x="242316" y="1523111"/>
                  <a:pt x="179324" y="1622044"/>
                  <a:pt x="138557" y="1727581"/>
                </a:cubicBezTo>
                <a:lnTo>
                  <a:pt x="151003" y="1727581"/>
                </a:lnTo>
                <a:cubicBezTo>
                  <a:pt x="191262" y="1624965"/>
                  <a:pt x="252857" y="1528953"/>
                  <a:pt x="335534" y="1446276"/>
                </a:cubicBezTo>
                <a:lnTo>
                  <a:pt x="345948" y="1435862"/>
                </a:lnTo>
                <a:lnTo>
                  <a:pt x="335534" y="1425448"/>
                </a:lnTo>
                <a:cubicBezTo>
                  <a:pt x="12827" y="1102233"/>
                  <a:pt x="12827" y="576199"/>
                  <a:pt x="335534" y="253619"/>
                </a:cubicBezTo>
                <a:cubicBezTo>
                  <a:pt x="496951" y="91948"/>
                  <a:pt x="709549" y="11430"/>
                  <a:pt x="921639" y="11430"/>
                </a:cubicBezTo>
                <a:cubicBezTo>
                  <a:pt x="1133729" y="11430"/>
                  <a:pt x="1345692" y="91948"/>
                  <a:pt x="1507236" y="253619"/>
                </a:cubicBezTo>
                <a:lnTo>
                  <a:pt x="1517650" y="264033"/>
                </a:lnTo>
                <a:lnTo>
                  <a:pt x="1528064" y="253619"/>
                </a:lnTo>
                <a:cubicBezTo>
                  <a:pt x="1592326" y="189484"/>
                  <a:pt x="1664462" y="138176"/>
                  <a:pt x="1741551" y="99568"/>
                </a:cubicBezTo>
                <a:lnTo>
                  <a:pt x="1741551" y="99568"/>
                </a:lnTo>
                <a:lnTo>
                  <a:pt x="1741551" y="86614"/>
                </a:lnTo>
                <a:lnTo>
                  <a:pt x="1741551" y="86614"/>
                </a:lnTo>
                <a:cubicBezTo>
                  <a:pt x="1661541" y="126111"/>
                  <a:pt x="1586484" y="179070"/>
                  <a:pt x="1519936" y="245491"/>
                </a:cubicBezTo>
                <a:lnTo>
                  <a:pt x="1517650" y="247777"/>
                </a:lnTo>
                <a:lnTo>
                  <a:pt x="1515364" y="245491"/>
                </a:lnTo>
                <a:cubicBezTo>
                  <a:pt x="1351661" y="81788"/>
                  <a:pt x="1136650" y="0"/>
                  <a:pt x="9215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5"/>
          <p:cNvGrpSpPr/>
          <p:nvPr/>
        </p:nvGrpSpPr>
        <p:grpSpPr>
          <a:xfrm>
            <a:off x="16126041" y="838368"/>
            <a:ext cx="1923923" cy="1471422"/>
            <a:chOff x="63500" y="63500"/>
            <a:chExt cx="1923923" cy="1471422"/>
          </a:xfrm>
        </p:grpSpPr>
        <p:sp>
          <p:nvSpPr>
            <p:cNvPr id="122" name="Google Shape;122;p15"/>
            <p:cNvSpPr/>
            <p:nvPr/>
          </p:nvSpPr>
          <p:spPr>
            <a:xfrm>
              <a:off x="63500" y="63500"/>
              <a:ext cx="1462659" cy="1462532"/>
            </a:xfrm>
            <a:custGeom>
              <a:rect b="b" l="l" r="r" t="t"/>
              <a:pathLst>
                <a:path extrusionOk="0" h="1462532" w="1462659">
                  <a:moveTo>
                    <a:pt x="749173" y="391287"/>
                  </a:moveTo>
                  <a:cubicBezTo>
                    <a:pt x="751459" y="411734"/>
                    <a:pt x="755396" y="431800"/>
                    <a:pt x="760984" y="451612"/>
                  </a:cubicBezTo>
                  <a:cubicBezTo>
                    <a:pt x="766572" y="471424"/>
                    <a:pt x="773938" y="490601"/>
                    <a:pt x="782828" y="509143"/>
                  </a:cubicBezTo>
                  <a:cubicBezTo>
                    <a:pt x="791718" y="527685"/>
                    <a:pt x="802132" y="545338"/>
                    <a:pt x="813943" y="562102"/>
                  </a:cubicBezTo>
                  <a:cubicBezTo>
                    <a:pt x="825754" y="578866"/>
                    <a:pt x="839089" y="594487"/>
                    <a:pt x="853567" y="609092"/>
                  </a:cubicBezTo>
                  <a:cubicBezTo>
                    <a:pt x="868045" y="623697"/>
                    <a:pt x="883793" y="636905"/>
                    <a:pt x="900557" y="648716"/>
                  </a:cubicBezTo>
                  <a:cubicBezTo>
                    <a:pt x="917321" y="660527"/>
                    <a:pt x="934974" y="670941"/>
                    <a:pt x="953516" y="679831"/>
                  </a:cubicBezTo>
                  <a:cubicBezTo>
                    <a:pt x="972058" y="688721"/>
                    <a:pt x="991235" y="695960"/>
                    <a:pt x="1011047" y="701675"/>
                  </a:cubicBezTo>
                  <a:cubicBezTo>
                    <a:pt x="1030859" y="707390"/>
                    <a:pt x="1050925" y="711200"/>
                    <a:pt x="1071372" y="713486"/>
                  </a:cubicBezTo>
                  <a:cubicBezTo>
                    <a:pt x="1201547" y="726440"/>
                    <a:pt x="1331976" y="732409"/>
                    <a:pt x="1462659" y="731266"/>
                  </a:cubicBezTo>
                  <a:cubicBezTo>
                    <a:pt x="1331849" y="730250"/>
                    <a:pt x="1201420" y="736092"/>
                    <a:pt x="1071372" y="749046"/>
                  </a:cubicBezTo>
                  <a:cubicBezTo>
                    <a:pt x="1050925" y="751332"/>
                    <a:pt x="1030859" y="755269"/>
                    <a:pt x="1011047" y="760857"/>
                  </a:cubicBezTo>
                  <a:cubicBezTo>
                    <a:pt x="991235" y="766445"/>
                    <a:pt x="972058" y="773811"/>
                    <a:pt x="953516" y="782701"/>
                  </a:cubicBezTo>
                  <a:cubicBezTo>
                    <a:pt x="934974" y="791591"/>
                    <a:pt x="917321" y="802005"/>
                    <a:pt x="900557" y="813816"/>
                  </a:cubicBezTo>
                  <a:cubicBezTo>
                    <a:pt x="883793" y="825627"/>
                    <a:pt x="868172" y="838962"/>
                    <a:pt x="853567" y="853440"/>
                  </a:cubicBezTo>
                  <a:cubicBezTo>
                    <a:pt x="838962" y="867918"/>
                    <a:pt x="825754" y="883666"/>
                    <a:pt x="813943" y="900430"/>
                  </a:cubicBezTo>
                  <a:cubicBezTo>
                    <a:pt x="802132" y="917194"/>
                    <a:pt x="791718" y="934847"/>
                    <a:pt x="782828" y="953389"/>
                  </a:cubicBezTo>
                  <a:cubicBezTo>
                    <a:pt x="773938" y="971931"/>
                    <a:pt x="766699" y="991108"/>
                    <a:pt x="760984" y="1010920"/>
                  </a:cubicBezTo>
                  <a:cubicBezTo>
                    <a:pt x="755269" y="1030732"/>
                    <a:pt x="751459" y="1050798"/>
                    <a:pt x="749173" y="1071245"/>
                  </a:cubicBezTo>
                  <a:cubicBezTo>
                    <a:pt x="736219" y="1201420"/>
                    <a:pt x="730250" y="1331849"/>
                    <a:pt x="731393" y="1462532"/>
                  </a:cubicBezTo>
                  <a:cubicBezTo>
                    <a:pt x="732409" y="1331722"/>
                    <a:pt x="726567" y="1201293"/>
                    <a:pt x="713613" y="1071245"/>
                  </a:cubicBezTo>
                  <a:cubicBezTo>
                    <a:pt x="711327" y="1050798"/>
                    <a:pt x="707390" y="1030732"/>
                    <a:pt x="701802" y="1010920"/>
                  </a:cubicBezTo>
                  <a:cubicBezTo>
                    <a:pt x="696214" y="991108"/>
                    <a:pt x="688848" y="971931"/>
                    <a:pt x="679958" y="953389"/>
                  </a:cubicBezTo>
                  <a:cubicBezTo>
                    <a:pt x="671068" y="934847"/>
                    <a:pt x="660654" y="917194"/>
                    <a:pt x="648843" y="900430"/>
                  </a:cubicBezTo>
                  <a:cubicBezTo>
                    <a:pt x="637032" y="883666"/>
                    <a:pt x="623697" y="868045"/>
                    <a:pt x="609219" y="853440"/>
                  </a:cubicBezTo>
                  <a:cubicBezTo>
                    <a:pt x="594741" y="838835"/>
                    <a:pt x="578993" y="825627"/>
                    <a:pt x="562229" y="813816"/>
                  </a:cubicBezTo>
                  <a:cubicBezTo>
                    <a:pt x="545465" y="802005"/>
                    <a:pt x="527812" y="791591"/>
                    <a:pt x="509270" y="782701"/>
                  </a:cubicBezTo>
                  <a:cubicBezTo>
                    <a:pt x="490728" y="773811"/>
                    <a:pt x="471551" y="766572"/>
                    <a:pt x="451739" y="760857"/>
                  </a:cubicBezTo>
                  <a:cubicBezTo>
                    <a:pt x="431927" y="755142"/>
                    <a:pt x="411861" y="751332"/>
                    <a:pt x="391414" y="749046"/>
                  </a:cubicBezTo>
                  <a:cubicBezTo>
                    <a:pt x="261239" y="736219"/>
                    <a:pt x="130810" y="730250"/>
                    <a:pt x="0" y="731266"/>
                  </a:cubicBezTo>
                  <a:cubicBezTo>
                    <a:pt x="130810" y="732282"/>
                    <a:pt x="261239" y="726440"/>
                    <a:pt x="391287" y="713486"/>
                  </a:cubicBezTo>
                  <a:cubicBezTo>
                    <a:pt x="411734" y="711200"/>
                    <a:pt x="431800" y="707263"/>
                    <a:pt x="451612" y="701675"/>
                  </a:cubicBezTo>
                  <a:cubicBezTo>
                    <a:pt x="471424" y="696087"/>
                    <a:pt x="490601" y="688721"/>
                    <a:pt x="509143" y="679831"/>
                  </a:cubicBezTo>
                  <a:cubicBezTo>
                    <a:pt x="527685" y="670941"/>
                    <a:pt x="545338" y="660527"/>
                    <a:pt x="562102" y="648716"/>
                  </a:cubicBezTo>
                  <a:cubicBezTo>
                    <a:pt x="578866" y="636905"/>
                    <a:pt x="594487" y="623570"/>
                    <a:pt x="609092" y="609092"/>
                  </a:cubicBezTo>
                  <a:cubicBezTo>
                    <a:pt x="623697" y="594614"/>
                    <a:pt x="636905" y="578866"/>
                    <a:pt x="648716" y="562102"/>
                  </a:cubicBezTo>
                  <a:cubicBezTo>
                    <a:pt x="660527" y="545338"/>
                    <a:pt x="670941" y="527685"/>
                    <a:pt x="679831" y="509143"/>
                  </a:cubicBezTo>
                  <a:cubicBezTo>
                    <a:pt x="688721" y="490601"/>
                    <a:pt x="695960" y="471424"/>
                    <a:pt x="701675" y="451612"/>
                  </a:cubicBezTo>
                  <a:cubicBezTo>
                    <a:pt x="707390" y="431800"/>
                    <a:pt x="711200" y="411734"/>
                    <a:pt x="713486" y="391287"/>
                  </a:cubicBezTo>
                  <a:cubicBezTo>
                    <a:pt x="726440" y="261239"/>
                    <a:pt x="732409" y="130810"/>
                    <a:pt x="731266" y="0"/>
                  </a:cubicBezTo>
                  <a:cubicBezTo>
                    <a:pt x="730250" y="130810"/>
                    <a:pt x="736092" y="261239"/>
                    <a:pt x="749046" y="3912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1250188" y="794766"/>
              <a:ext cx="737235" cy="740156"/>
            </a:xfrm>
            <a:custGeom>
              <a:rect b="b" l="l" r="r" t="t"/>
              <a:pathLst>
                <a:path extrusionOk="0" h="740156" w="737235">
                  <a:moveTo>
                    <a:pt x="369951" y="0"/>
                  </a:moveTo>
                  <a:cubicBezTo>
                    <a:pt x="369824" y="10160"/>
                    <a:pt x="369824" y="20193"/>
                    <a:pt x="369951" y="30353"/>
                  </a:cubicBezTo>
                  <a:cubicBezTo>
                    <a:pt x="370078" y="20193"/>
                    <a:pt x="370078" y="10160"/>
                    <a:pt x="369951" y="0"/>
                  </a:cubicBezTo>
                  <a:close/>
                  <a:moveTo>
                    <a:pt x="369951" y="30353"/>
                  </a:moveTo>
                  <a:cubicBezTo>
                    <a:pt x="369443" y="86360"/>
                    <a:pt x="366395" y="142240"/>
                    <a:pt x="360934" y="198120"/>
                  </a:cubicBezTo>
                  <a:cubicBezTo>
                    <a:pt x="359791" y="208407"/>
                    <a:pt x="357759" y="218694"/>
                    <a:pt x="354965" y="228600"/>
                  </a:cubicBezTo>
                  <a:cubicBezTo>
                    <a:pt x="352171" y="238506"/>
                    <a:pt x="348488" y="248285"/>
                    <a:pt x="343916" y="257683"/>
                  </a:cubicBezTo>
                  <a:cubicBezTo>
                    <a:pt x="339344" y="267081"/>
                    <a:pt x="334137" y="275971"/>
                    <a:pt x="328168" y="284480"/>
                  </a:cubicBezTo>
                  <a:cubicBezTo>
                    <a:pt x="322199" y="292989"/>
                    <a:pt x="315468" y="300863"/>
                    <a:pt x="308102" y="308229"/>
                  </a:cubicBezTo>
                  <a:cubicBezTo>
                    <a:pt x="300736" y="315595"/>
                    <a:pt x="292862" y="322326"/>
                    <a:pt x="284353" y="328295"/>
                  </a:cubicBezTo>
                  <a:cubicBezTo>
                    <a:pt x="275844" y="334264"/>
                    <a:pt x="266954" y="339598"/>
                    <a:pt x="257556" y="344043"/>
                  </a:cubicBezTo>
                  <a:cubicBezTo>
                    <a:pt x="248158" y="348488"/>
                    <a:pt x="238506" y="352171"/>
                    <a:pt x="228473" y="355092"/>
                  </a:cubicBezTo>
                  <a:cubicBezTo>
                    <a:pt x="218440" y="358013"/>
                    <a:pt x="208280" y="359918"/>
                    <a:pt x="197993" y="361061"/>
                  </a:cubicBezTo>
                  <a:cubicBezTo>
                    <a:pt x="142113" y="366649"/>
                    <a:pt x="86233" y="369570"/>
                    <a:pt x="30226" y="370078"/>
                  </a:cubicBezTo>
                  <a:cubicBezTo>
                    <a:pt x="25146" y="370078"/>
                    <a:pt x="20193" y="370078"/>
                    <a:pt x="15113" y="370078"/>
                  </a:cubicBezTo>
                  <a:cubicBezTo>
                    <a:pt x="10033" y="370078"/>
                    <a:pt x="5080" y="370078"/>
                    <a:pt x="0" y="370078"/>
                  </a:cubicBezTo>
                  <a:cubicBezTo>
                    <a:pt x="5080" y="370078"/>
                    <a:pt x="10033" y="370078"/>
                    <a:pt x="15113" y="370078"/>
                  </a:cubicBezTo>
                  <a:cubicBezTo>
                    <a:pt x="20193" y="370078"/>
                    <a:pt x="25146" y="370078"/>
                    <a:pt x="30226" y="370078"/>
                  </a:cubicBezTo>
                  <a:lnTo>
                    <a:pt x="30226" y="370078"/>
                  </a:lnTo>
                  <a:cubicBezTo>
                    <a:pt x="86233" y="370586"/>
                    <a:pt x="142240" y="373507"/>
                    <a:pt x="197993" y="379095"/>
                  </a:cubicBezTo>
                  <a:cubicBezTo>
                    <a:pt x="208280" y="380238"/>
                    <a:pt x="218567" y="382270"/>
                    <a:pt x="228473" y="385064"/>
                  </a:cubicBezTo>
                  <a:cubicBezTo>
                    <a:pt x="238379" y="387858"/>
                    <a:pt x="248158" y="391541"/>
                    <a:pt x="257556" y="396113"/>
                  </a:cubicBezTo>
                  <a:cubicBezTo>
                    <a:pt x="266954" y="400685"/>
                    <a:pt x="275844" y="405892"/>
                    <a:pt x="284353" y="411861"/>
                  </a:cubicBezTo>
                  <a:cubicBezTo>
                    <a:pt x="292862" y="417830"/>
                    <a:pt x="300736" y="424561"/>
                    <a:pt x="308102" y="431927"/>
                  </a:cubicBezTo>
                  <a:cubicBezTo>
                    <a:pt x="315468" y="439293"/>
                    <a:pt x="322199" y="447167"/>
                    <a:pt x="328168" y="455676"/>
                  </a:cubicBezTo>
                  <a:cubicBezTo>
                    <a:pt x="334137" y="464185"/>
                    <a:pt x="339471" y="473075"/>
                    <a:pt x="343916" y="482473"/>
                  </a:cubicBezTo>
                  <a:cubicBezTo>
                    <a:pt x="348361" y="491871"/>
                    <a:pt x="352044" y="501523"/>
                    <a:pt x="354965" y="511556"/>
                  </a:cubicBezTo>
                  <a:cubicBezTo>
                    <a:pt x="357886" y="521589"/>
                    <a:pt x="359791" y="531749"/>
                    <a:pt x="360934" y="542036"/>
                  </a:cubicBezTo>
                  <a:cubicBezTo>
                    <a:pt x="366522" y="597789"/>
                    <a:pt x="369443" y="653669"/>
                    <a:pt x="369951" y="709676"/>
                  </a:cubicBezTo>
                  <a:cubicBezTo>
                    <a:pt x="370459" y="653669"/>
                    <a:pt x="373380" y="597789"/>
                    <a:pt x="378968" y="542036"/>
                  </a:cubicBezTo>
                  <a:cubicBezTo>
                    <a:pt x="380111" y="531749"/>
                    <a:pt x="382143" y="521462"/>
                    <a:pt x="384937" y="511556"/>
                  </a:cubicBezTo>
                  <a:cubicBezTo>
                    <a:pt x="387731" y="501650"/>
                    <a:pt x="391414" y="491871"/>
                    <a:pt x="395986" y="482473"/>
                  </a:cubicBezTo>
                  <a:cubicBezTo>
                    <a:pt x="400558" y="473075"/>
                    <a:pt x="405765" y="464185"/>
                    <a:pt x="411734" y="455676"/>
                  </a:cubicBezTo>
                  <a:cubicBezTo>
                    <a:pt x="417703" y="447167"/>
                    <a:pt x="424434" y="439293"/>
                    <a:pt x="431800" y="431927"/>
                  </a:cubicBezTo>
                  <a:cubicBezTo>
                    <a:pt x="439166" y="424561"/>
                    <a:pt x="447040" y="417830"/>
                    <a:pt x="455549" y="411861"/>
                  </a:cubicBezTo>
                  <a:cubicBezTo>
                    <a:pt x="464058" y="405892"/>
                    <a:pt x="472948" y="400558"/>
                    <a:pt x="482346" y="396113"/>
                  </a:cubicBezTo>
                  <a:cubicBezTo>
                    <a:pt x="491744" y="391668"/>
                    <a:pt x="501396" y="387985"/>
                    <a:pt x="511429" y="385064"/>
                  </a:cubicBezTo>
                  <a:cubicBezTo>
                    <a:pt x="521462" y="382143"/>
                    <a:pt x="531622" y="380238"/>
                    <a:pt x="541909" y="379095"/>
                  </a:cubicBezTo>
                  <a:cubicBezTo>
                    <a:pt x="597789" y="373507"/>
                    <a:pt x="653669" y="370586"/>
                    <a:pt x="709676" y="370078"/>
                  </a:cubicBezTo>
                  <a:lnTo>
                    <a:pt x="709676" y="370078"/>
                  </a:lnTo>
                  <a:cubicBezTo>
                    <a:pt x="714756" y="370078"/>
                    <a:pt x="719709" y="370078"/>
                    <a:pt x="724789" y="370078"/>
                  </a:cubicBezTo>
                  <a:cubicBezTo>
                    <a:pt x="728980" y="370078"/>
                    <a:pt x="733171" y="370078"/>
                    <a:pt x="737235" y="370078"/>
                  </a:cubicBezTo>
                  <a:lnTo>
                    <a:pt x="737235" y="370078"/>
                  </a:lnTo>
                  <a:lnTo>
                    <a:pt x="737235" y="370078"/>
                  </a:lnTo>
                  <a:lnTo>
                    <a:pt x="737235" y="370078"/>
                  </a:lnTo>
                  <a:cubicBezTo>
                    <a:pt x="733044" y="370078"/>
                    <a:pt x="728853" y="370078"/>
                    <a:pt x="724789" y="370078"/>
                  </a:cubicBezTo>
                  <a:cubicBezTo>
                    <a:pt x="719709" y="370078"/>
                    <a:pt x="714756" y="370078"/>
                    <a:pt x="709676" y="370078"/>
                  </a:cubicBezTo>
                  <a:cubicBezTo>
                    <a:pt x="653669" y="369570"/>
                    <a:pt x="597662" y="366649"/>
                    <a:pt x="541909" y="361061"/>
                  </a:cubicBezTo>
                  <a:cubicBezTo>
                    <a:pt x="531622" y="359918"/>
                    <a:pt x="521335" y="357886"/>
                    <a:pt x="511429" y="355092"/>
                  </a:cubicBezTo>
                  <a:cubicBezTo>
                    <a:pt x="501523" y="352298"/>
                    <a:pt x="491744" y="348615"/>
                    <a:pt x="482346" y="344043"/>
                  </a:cubicBezTo>
                  <a:cubicBezTo>
                    <a:pt x="472948" y="339471"/>
                    <a:pt x="464058" y="334264"/>
                    <a:pt x="455549" y="328295"/>
                  </a:cubicBezTo>
                  <a:cubicBezTo>
                    <a:pt x="447040" y="322326"/>
                    <a:pt x="439166" y="315595"/>
                    <a:pt x="431800" y="308229"/>
                  </a:cubicBezTo>
                  <a:cubicBezTo>
                    <a:pt x="424434" y="300863"/>
                    <a:pt x="417703" y="292989"/>
                    <a:pt x="411734" y="284480"/>
                  </a:cubicBezTo>
                  <a:cubicBezTo>
                    <a:pt x="405765" y="275971"/>
                    <a:pt x="400431" y="267081"/>
                    <a:pt x="395986" y="257683"/>
                  </a:cubicBezTo>
                  <a:cubicBezTo>
                    <a:pt x="391541" y="248285"/>
                    <a:pt x="387858" y="238633"/>
                    <a:pt x="384937" y="228600"/>
                  </a:cubicBezTo>
                  <a:cubicBezTo>
                    <a:pt x="382016" y="218567"/>
                    <a:pt x="380111" y="208407"/>
                    <a:pt x="378968" y="198120"/>
                  </a:cubicBezTo>
                  <a:cubicBezTo>
                    <a:pt x="373380" y="142367"/>
                    <a:pt x="370459" y="86487"/>
                    <a:pt x="369951" y="30353"/>
                  </a:cubicBezTo>
                  <a:close/>
                  <a:moveTo>
                    <a:pt x="369951" y="709803"/>
                  </a:moveTo>
                  <a:cubicBezTo>
                    <a:pt x="369951" y="709803"/>
                    <a:pt x="369951" y="709803"/>
                    <a:pt x="369951" y="709803"/>
                  </a:cubicBezTo>
                  <a:cubicBezTo>
                    <a:pt x="369824" y="719963"/>
                    <a:pt x="369824" y="729996"/>
                    <a:pt x="369951" y="740156"/>
                  </a:cubicBezTo>
                  <a:cubicBezTo>
                    <a:pt x="370078" y="729996"/>
                    <a:pt x="370078" y="719963"/>
                    <a:pt x="369951" y="709803"/>
                  </a:cubicBezTo>
                  <a:cubicBezTo>
                    <a:pt x="369951" y="709803"/>
                    <a:pt x="369951" y="709803"/>
                    <a:pt x="369951" y="7098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1119505" y="141605"/>
              <a:ext cx="451866" cy="451866"/>
            </a:xfrm>
            <a:custGeom>
              <a:rect b="b" l="l" r="r" t="t"/>
              <a:pathLst>
                <a:path extrusionOk="0" h="451866" w="451866">
                  <a:moveTo>
                    <a:pt x="231394" y="120904"/>
                  </a:moveTo>
                  <a:cubicBezTo>
                    <a:pt x="232029" y="127254"/>
                    <a:pt x="233299" y="133477"/>
                    <a:pt x="235077" y="139573"/>
                  </a:cubicBezTo>
                  <a:cubicBezTo>
                    <a:pt x="236855" y="145669"/>
                    <a:pt x="239014" y="151638"/>
                    <a:pt x="241808" y="157353"/>
                  </a:cubicBezTo>
                  <a:cubicBezTo>
                    <a:pt x="244602" y="163068"/>
                    <a:pt x="247777" y="168529"/>
                    <a:pt x="251460" y="173736"/>
                  </a:cubicBezTo>
                  <a:cubicBezTo>
                    <a:pt x="255143" y="178943"/>
                    <a:pt x="259207" y="183769"/>
                    <a:pt x="263652" y="188214"/>
                  </a:cubicBezTo>
                  <a:cubicBezTo>
                    <a:pt x="268097" y="192659"/>
                    <a:pt x="272923" y="196850"/>
                    <a:pt x="278130" y="200406"/>
                  </a:cubicBezTo>
                  <a:cubicBezTo>
                    <a:pt x="283337" y="203962"/>
                    <a:pt x="288798" y="207264"/>
                    <a:pt x="294513" y="210058"/>
                  </a:cubicBezTo>
                  <a:cubicBezTo>
                    <a:pt x="300228" y="212852"/>
                    <a:pt x="306197" y="215011"/>
                    <a:pt x="312293" y="216789"/>
                  </a:cubicBezTo>
                  <a:cubicBezTo>
                    <a:pt x="318389" y="218567"/>
                    <a:pt x="324612" y="219710"/>
                    <a:pt x="330962" y="220472"/>
                  </a:cubicBezTo>
                  <a:cubicBezTo>
                    <a:pt x="371221" y="224536"/>
                    <a:pt x="411480" y="226314"/>
                    <a:pt x="451866" y="225933"/>
                  </a:cubicBezTo>
                  <a:cubicBezTo>
                    <a:pt x="411480" y="225552"/>
                    <a:pt x="371221" y="227457"/>
                    <a:pt x="330962" y="231394"/>
                  </a:cubicBezTo>
                  <a:cubicBezTo>
                    <a:pt x="324612" y="232029"/>
                    <a:pt x="318389" y="233299"/>
                    <a:pt x="312293" y="235077"/>
                  </a:cubicBezTo>
                  <a:cubicBezTo>
                    <a:pt x="306197" y="236855"/>
                    <a:pt x="300228" y="239014"/>
                    <a:pt x="294513" y="241808"/>
                  </a:cubicBezTo>
                  <a:cubicBezTo>
                    <a:pt x="288798" y="244602"/>
                    <a:pt x="283337" y="247777"/>
                    <a:pt x="278130" y="251460"/>
                  </a:cubicBezTo>
                  <a:cubicBezTo>
                    <a:pt x="272923" y="255143"/>
                    <a:pt x="268097" y="259207"/>
                    <a:pt x="263652" y="263652"/>
                  </a:cubicBezTo>
                  <a:cubicBezTo>
                    <a:pt x="259207" y="268097"/>
                    <a:pt x="255016" y="272923"/>
                    <a:pt x="251460" y="278130"/>
                  </a:cubicBezTo>
                  <a:cubicBezTo>
                    <a:pt x="247904" y="283337"/>
                    <a:pt x="244602" y="288798"/>
                    <a:pt x="241808" y="294513"/>
                  </a:cubicBezTo>
                  <a:cubicBezTo>
                    <a:pt x="239014" y="300228"/>
                    <a:pt x="236855" y="306197"/>
                    <a:pt x="235077" y="312293"/>
                  </a:cubicBezTo>
                  <a:cubicBezTo>
                    <a:pt x="233299" y="318389"/>
                    <a:pt x="232156" y="324612"/>
                    <a:pt x="231394" y="330962"/>
                  </a:cubicBezTo>
                  <a:cubicBezTo>
                    <a:pt x="227330" y="371221"/>
                    <a:pt x="225552" y="411480"/>
                    <a:pt x="225933" y="451866"/>
                  </a:cubicBezTo>
                  <a:cubicBezTo>
                    <a:pt x="226314" y="411480"/>
                    <a:pt x="224409" y="371221"/>
                    <a:pt x="220472" y="330962"/>
                  </a:cubicBezTo>
                  <a:cubicBezTo>
                    <a:pt x="219837" y="324612"/>
                    <a:pt x="218567" y="318389"/>
                    <a:pt x="216789" y="312293"/>
                  </a:cubicBezTo>
                  <a:cubicBezTo>
                    <a:pt x="215011" y="306197"/>
                    <a:pt x="212852" y="300228"/>
                    <a:pt x="210058" y="294513"/>
                  </a:cubicBezTo>
                  <a:cubicBezTo>
                    <a:pt x="207264" y="288798"/>
                    <a:pt x="204089" y="283337"/>
                    <a:pt x="200406" y="278130"/>
                  </a:cubicBezTo>
                  <a:cubicBezTo>
                    <a:pt x="196723" y="272923"/>
                    <a:pt x="192659" y="268097"/>
                    <a:pt x="188214" y="263652"/>
                  </a:cubicBezTo>
                  <a:cubicBezTo>
                    <a:pt x="183769" y="259207"/>
                    <a:pt x="178943" y="255016"/>
                    <a:pt x="173736" y="251460"/>
                  </a:cubicBezTo>
                  <a:cubicBezTo>
                    <a:pt x="168529" y="247904"/>
                    <a:pt x="163068" y="244602"/>
                    <a:pt x="157353" y="241808"/>
                  </a:cubicBezTo>
                  <a:cubicBezTo>
                    <a:pt x="151638" y="239014"/>
                    <a:pt x="145669" y="236855"/>
                    <a:pt x="139573" y="235077"/>
                  </a:cubicBezTo>
                  <a:cubicBezTo>
                    <a:pt x="133477" y="233299"/>
                    <a:pt x="127254" y="232156"/>
                    <a:pt x="120904" y="231394"/>
                  </a:cubicBezTo>
                  <a:cubicBezTo>
                    <a:pt x="80645" y="227330"/>
                    <a:pt x="40386" y="225552"/>
                    <a:pt x="0" y="225933"/>
                  </a:cubicBezTo>
                  <a:cubicBezTo>
                    <a:pt x="40386" y="226314"/>
                    <a:pt x="80645" y="224409"/>
                    <a:pt x="120904" y="220472"/>
                  </a:cubicBezTo>
                  <a:cubicBezTo>
                    <a:pt x="127254" y="219837"/>
                    <a:pt x="133477" y="218567"/>
                    <a:pt x="139573" y="216789"/>
                  </a:cubicBezTo>
                  <a:cubicBezTo>
                    <a:pt x="145669" y="215011"/>
                    <a:pt x="151638" y="212852"/>
                    <a:pt x="157353" y="210058"/>
                  </a:cubicBezTo>
                  <a:cubicBezTo>
                    <a:pt x="163068" y="207264"/>
                    <a:pt x="168529" y="204089"/>
                    <a:pt x="173736" y="200406"/>
                  </a:cubicBezTo>
                  <a:cubicBezTo>
                    <a:pt x="178943" y="196723"/>
                    <a:pt x="183769" y="192659"/>
                    <a:pt x="188214" y="188214"/>
                  </a:cubicBezTo>
                  <a:cubicBezTo>
                    <a:pt x="192659" y="183769"/>
                    <a:pt x="196723" y="178943"/>
                    <a:pt x="200406" y="173736"/>
                  </a:cubicBezTo>
                  <a:cubicBezTo>
                    <a:pt x="204089" y="168529"/>
                    <a:pt x="207264" y="163068"/>
                    <a:pt x="210058" y="157353"/>
                  </a:cubicBezTo>
                  <a:cubicBezTo>
                    <a:pt x="212852" y="151638"/>
                    <a:pt x="215011" y="145669"/>
                    <a:pt x="216789" y="139573"/>
                  </a:cubicBezTo>
                  <a:cubicBezTo>
                    <a:pt x="218567" y="133477"/>
                    <a:pt x="219710" y="127254"/>
                    <a:pt x="220472" y="120904"/>
                  </a:cubicBezTo>
                  <a:cubicBezTo>
                    <a:pt x="224536" y="80645"/>
                    <a:pt x="226314" y="40386"/>
                    <a:pt x="226060" y="0"/>
                  </a:cubicBezTo>
                  <a:cubicBezTo>
                    <a:pt x="225679" y="40386"/>
                    <a:pt x="227584" y="80772"/>
                    <a:pt x="231521" y="1209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5"/>
          <p:cNvSpPr txBox="1"/>
          <p:nvPr/>
        </p:nvSpPr>
        <p:spPr>
          <a:xfrm>
            <a:off x="1789014" y="919891"/>
            <a:ext cx="51042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8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2813390" y="1850391"/>
            <a:ext cx="55476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ALX </a:t>
            </a:r>
            <a:r>
              <a:rPr lang="en-US" sz="30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Kenya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October </a:t>
            </a:r>
            <a:r>
              <a:rPr b="0" i="0" lang="en-US" sz="23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2025 - February 202</a:t>
            </a:r>
            <a:r>
              <a:rPr lang="en-US" sz="23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</a:t>
            </a:r>
            <a:r>
              <a:rPr lang="en-US" sz="2129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Science</a:t>
            </a:r>
            <a:r>
              <a:rPr b="0" i="0" lang="en-US" sz="212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2782123" y="6968267"/>
            <a:ext cx="55476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Mount Kenya University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Sep </a:t>
            </a:r>
            <a:r>
              <a:rPr b="0" i="0" lang="en-US" sz="23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2020 - Dec 2023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Bachelor of Science in Statistics </a:t>
            </a:r>
            <a:endParaRPr/>
          </a:p>
        </p:txBody>
      </p:sp>
      <p:grpSp>
        <p:nvGrpSpPr>
          <p:cNvPr id="128" name="Google Shape;128;p15"/>
          <p:cNvGrpSpPr/>
          <p:nvPr/>
        </p:nvGrpSpPr>
        <p:grpSpPr>
          <a:xfrm>
            <a:off x="1913680" y="3236853"/>
            <a:ext cx="617855" cy="425450"/>
            <a:chOff x="63500" y="63500"/>
            <a:chExt cx="617855" cy="425450"/>
          </a:xfrm>
        </p:grpSpPr>
        <p:sp>
          <p:nvSpPr>
            <p:cNvPr id="129" name="Google Shape;129;p15"/>
            <p:cNvSpPr/>
            <p:nvPr/>
          </p:nvSpPr>
          <p:spPr>
            <a:xfrm>
              <a:off x="185039" y="251714"/>
              <a:ext cx="387985" cy="163576"/>
            </a:xfrm>
            <a:custGeom>
              <a:rect b="b" l="l" r="r" t="t"/>
              <a:pathLst>
                <a:path extrusionOk="0" h="163576" w="387985">
                  <a:moveTo>
                    <a:pt x="193421" y="62738"/>
                  </a:moveTo>
                  <a:cubicBezTo>
                    <a:pt x="189484" y="62738"/>
                    <a:pt x="185674" y="62103"/>
                    <a:pt x="181864" y="60833"/>
                  </a:cubicBezTo>
                  <a:lnTo>
                    <a:pt x="4826" y="1905"/>
                  </a:lnTo>
                  <a:cubicBezTo>
                    <a:pt x="1651" y="10287"/>
                    <a:pt x="0" y="20955"/>
                    <a:pt x="0" y="36703"/>
                  </a:cubicBezTo>
                  <a:cubicBezTo>
                    <a:pt x="11557" y="43434"/>
                    <a:pt x="22860" y="56896"/>
                    <a:pt x="22860" y="80010"/>
                  </a:cubicBezTo>
                  <a:cubicBezTo>
                    <a:pt x="22860" y="94234"/>
                    <a:pt x="15748" y="104394"/>
                    <a:pt x="9652" y="111252"/>
                  </a:cubicBezTo>
                  <a:cubicBezTo>
                    <a:pt x="35941" y="141732"/>
                    <a:pt x="108204" y="163576"/>
                    <a:pt x="193421" y="163576"/>
                  </a:cubicBezTo>
                  <a:cubicBezTo>
                    <a:pt x="300863" y="163576"/>
                    <a:pt x="387985" y="128778"/>
                    <a:pt x="387985" y="85979"/>
                  </a:cubicBezTo>
                  <a:cubicBezTo>
                    <a:pt x="387985" y="76581"/>
                    <a:pt x="387985" y="37846"/>
                    <a:pt x="387985" y="0"/>
                  </a:cubicBezTo>
                  <a:lnTo>
                    <a:pt x="204851" y="60960"/>
                  </a:lnTo>
                  <a:cubicBezTo>
                    <a:pt x="201041" y="62230"/>
                    <a:pt x="197231" y="62865"/>
                    <a:pt x="193294" y="62865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63500" y="63500"/>
              <a:ext cx="617855" cy="425450"/>
            </a:xfrm>
            <a:custGeom>
              <a:rect b="b" l="l" r="r" t="t"/>
              <a:pathLst>
                <a:path extrusionOk="0" h="425450" w="617855">
                  <a:moveTo>
                    <a:pt x="314960" y="0"/>
                  </a:moveTo>
                  <a:cubicBezTo>
                    <a:pt x="313690" y="0"/>
                    <a:pt x="312420" y="254"/>
                    <a:pt x="311150" y="635"/>
                  </a:cubicBezTo>
                  <a:lnTo>
                    <a:pt x="19304" y="97917"/>
                  </a:lnTo>
                  <a:cubicBezTo>
                    <a:pt x="14351" y="99568"/>
                    <a:pt x="11049" y="104267"/>
                    <a:pt x="11049" y="109474"/>
                  </a:cubicBezTo>
                  <a:cubicBezTo>
                    <a:pt x="11049" y="114681"/>
                    <a:pt x="14351" y="119380"/>
                    <a:pt x="19304" y="121031"/>
                  </a:cubicBezTo>
                  <a:lnTo>
                    <a:pt x="86233" y="143383"/>
                  </a:lnTo>
                  <a:cubicBezTo>
                    <a:pt x="70866" y="161290"/>
                    <a:pt x="61849" y="186436"/>
                    <a:pt x="58674" y="227330"/>
                  </a:cubicBezTo>
                  <a:cubicBezTo>
                    <a:pt x="48133" y="232283"/>
                    <a:pt x="40640" y="242951"/>
                    <a:pt x="40640" y="255397"/>
                  </a:cubicBezTo>
                  <a:cubicBezTo>
                    <a:pt x="40640" y="268097"/>
                    <a:pt x="48260" y="278892"/>
                    <a:pt x="59182" y="283845"/>
                  </a:cubicBezTo>
                  <a:cubicBezTo>
                    <a:pt x="49530" y="366522"/>
                    <a:pt x="0" y="394081"/>
                    <a:pt x="0" y="401193"/>
                  </a:cubicBezTo>
                  <a:cubicBezTo>
                    <a:pt x="0" y="404749"/>
                    <a:pt x="38354" y="425450"/>
                    <a:pt x="47498" y="425450"/>
                  </a:cubicBezTo>
                  <a:cubicBezTo>
                    <a:pt x="61595" y="425450"/>
                    <a:pt x="95504" y="401574"/>
                    <a:pt x="95504" y="349885"/>
                  </a:cubicBezTo>
                  <a:cubicBezTo>
                    <a:pt x="95504" y="319405"/>
                    <a:pt x="92710" y="296418"/>
                    <a:pt x="89916" y="280162"/>
                  </a:cubicBezTo>
                  <a:cubicBezTo>
                    <a:pt x="97663" y="274447"/>
                    <a:pt x="103124" y="265684"/>
                    <a:pt x="103124" y="255270"/>
                  </a:cubicBezTo>
                  <a:cubicBezTo>
                    <a:pt x="103124" y="243967"/>
                    <a:pt x="96774" y="234442"/>
                    <a:pt x="87757" y="228981"/>
                  </a:cubicBezTo>
                  <a:cubicBezTo>
                    <a:pt x="92837" y="161417"/>
                    <a:pt x="113792" y="150114"/>
                    <a:pt x="164338" y="129159"/>
                  </a:cubicBezTo>
                  <a:cubicBezTo>
                    <a:pt x="169418" y="127127"/>
                    <a:pt x="178943" y="123317"/>
                    <a:pt x="184531" y="121031"/>
                  </a:cubicBezTo>
                  <a:cubicBezTo>
                    <a:pt x="194437" y="116967"/>
                    <a:pt x="203454" y="113284"/>
                    <a:pt x="212090" y="109855"/>
                  </a:cubicBezTo>
                  <a:cubicBezTo>
                    <a:pt x="239903" y="98806"/>
                    <a:pt x="263398" y="89916"/>
                    <a:pt x="281305" y="83312"/>
                  </a:cubicBezTo>
                  <a:cubicBezTo>
                    <a:pt x="300990" y="76327"/>
                    <a:pt x="309753" y="73787"/>
                    <a:pt x="310007" y="73660"/>
                  </a:cubicBezTo>
                  <a:cubicBezTo>
                    <a:pt x="311531" y="73152"/>
                    <a:pt x="313055" y="72898"/>
                    <a:pt x="314579" y="72898"/>
                  </a:cubicBezTo>
                  <a:cubicBezTo>
                    <a:pt x="320675" y="72898"/>
                    <a:pt x="326390" y="76708"/>
                    <a:pt x="328422" y="82804"/>
                  </a:cubicBezTo>
                  <a:cubicBezTo>
                    <a:pt x="330962" y="90424"/>
                    <a:pt x="326898" y="98679"/>
                    <a:pt x="319278" y="101346"/>
                  </a:cubicBezTo>
                  <a:cubicBezTo>
                    <a:pt x="318643" y="101600"/>
                    <a:pt x="284607" y="111252"/>
                    <a:pt x="195707" y="147955"/>
                  </a:cubicBezTo>
                  <a:cubicBezTo>
                    <a:pt x="189992" y="150368"/>
                    <a:pt x="184531" y="152400"/>
                    <a:pt x="179324" y="154559"/>
                  </a:cubicBezTo>
                  <a:cubicBezTo>
                    <a:pt x="168783" y="158750"/>
                    <a:pt x="160020" y="162052"/>
                    <a:pt x="152781" y="165354"/>
                  </a:cubicBezTo>
                  <a:lnTo>
                    <a:pt x="311150" y="218186"/>
                  </a:lnTo>
                  <a:cubicBezTo>
                    <a:pt x="312420" y="218567"/>
                    <a:pt x="313690" y="218821"/>
                    <a:pt x="314960" y="218821"/>
                  </a:cubicBezTo>
                  <a:cubicBezTo>
                    <a:pt x="316230" y="218821"/>
                    <a:pt x="317500" y="218567"/>
                    <a:pt x="318770" y="218186"/>
                  </a:cubicBezTo>
                  <a:lnTo>
                    <a:pt x="610489" y="120904"/>
                  </a:lnTo>
                  <a:cubicBezTo>
                    <a:pt x="613918" y="119761"/>
                    <a:pt x="616585" y="117221"/>
                    <a:pt x="617855" y="113919"/>
                  </a:cubicBezTo>
                  <a:lnTo>
                    <a:pt x="617855" y="104775"/>
                  </a:lnTo>
                  <a:lnTo>
                    <a:pt x="617855" y="104775"/>
                  </a:lnTo>
                  <a:cubicBezTo>
                    <a:pt x="616585" y="101600"/>
                    <a:pt x="613918" y="98933"/>
                    <a:pt x="610489" y="97790"/>
                  </a:cubicBezTo>
                  <a:lnTo>
                    <a:pt x="318770" y="635"/>
                  </a:lnTo>
                  <a:cubicBezTo>
                    <a:pt x="317500" y="254"/>
                    <a:pt x="316230" y="0"/>
                    <a:pt x="314960" y="0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5"/>
          <p:cNvSpPr txBox="1"/>
          <p:nvPr/>
        </p:nvSpPr>
        <p:spPr>
          <a:xfrm>
            <a:off x="2809453" y="3097153"/>
            <a:ext cx="55476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ALX </a:t>
            </a:r>
            <a:r>
              <a:rPr lang="en-US" sz="30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Kenya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August </a:t>
            </a:r>
            <a:r>
              <a:rPr b="0" i="0" lang="en-US" sz="23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2025 - October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9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Python Programming</a:t>
            </a:r>
            <a:endParaRPr/>
          </a:p>
        </p:txBody>
      </p:sp>
      <p:grpSp>
        <p:nvGrpSpPr>
          <p:cNvPr id="132" name="Google Shape;132;p15"/>
          <p:cNvGrpSpPr/>
          <p:nvPr/>
        </p:nvGrpSpPr>
        <p:grpSpPr>
          <a:xfrm>
            <a:off x="1909742" y="5796849"/>
            <a:ext cx="617855" cy="425450"/>
            <a:chOff x="63500" y="63500"/>
            <a:chExt cx="617855" cy="425450"/>
          </a:xfrm>
        </p:grpSpPr>
        <p:sp>
          <p:nvSpPr>
            <p:cNvPr id="133" name="Google Shape;133;p15"/>
            <p:cNvSpPr/>
            <p:nvPr/>
          </p:nvSpPr>
          <p:spPr>
            <a:xfrm>
              <a:off x="185039" y="251714"/>
              <a:ext cx="387985" cy="163576"/>
            </a:xfrm>
            <a:custGeom>
              <a:rect b="b" l="l" r="r" t="t"/>
              <a:pathLst>
                <a:path extrusionOk="0" h="163576" w="387985">
                  <a:moveTo>
                    <a:pt x="193421" y="62738"/>
                  </a:moveTo>
                  <a:cubicBezTo>
                    <a:pt x="189484" y="62738"/>
                    <a:pt x="185674" y="62103"/>
                    <a:pt x="181864" y="60833"/>
                  </a:cubicBezTo>
                  <a:lnTo>
                    <a:pt x="4826" y="1905"/>
                  </a:lnTo>
                  <a:cubicBezTo>
                    <a:pt x="1651" y="10287"/>
                    <a:pt x="0" y="20955"/>
                    <a:pt x="0" y="36703"/>
                  </a:cubicBezTo>
                  <a:cubicBezTo>
                    <a:pt x="11557" y="43434"/>
                    <a:pt x="22860" y="56896"/>
                    <a:pt x="22860" y="80010"/>
                  </a:cubicBezTo>
                  <a:cubicBezTo>
                    <a:pt x="22860" y="94234"/>
                    <a:pt x="15748" y="104394"/>
                    <a:pt x="9652" y="111252"/>
                  </a:cubicBezTo>
                  <a:cubicBezTo>
                    <a:pt x="35941" y="141732"/>
                    <a:pt x="108204" y="163576"/>
                    <a:pt x="193421" y="163576"/>
                  </a:cubicBezTo>
                  <a:cubicBezTo>
                    <a:pt x="300863" y="163576"/>
                    <a:pt x="387985" y="128778"/>
                    <a:pt x="387985" y="85979"/>
                  </a:cubicBezTo>
                  <a:cubicBezTo>
                    <a:pt x="387985" y="76581"/>
                    <a:pt x="387985" y="37846"/>
                    <a:pt x="387985" y="0"/>
                  </a:cubicBezTo>
                  <a:lnTo>
                    <a:pt x="204851" y="60960"/>
                  </a:lnTo>
                  <a:cubicBezTo>
                    <a:pt x="201041" y="62230"/>
                    <a:pt x="197231" y="62865"/>
                    <a:pt x="193294" y="62865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63500" y="63500"/>
              <a:ext cx="617855" cy="425450"/>
            </a:xfrm>
            <a:custGeom>
              <a:rect b="b" l="l" r="r" t="t"/>
              <a:pathLst>
                <a:path extrusionOk="0" h="425450" w="617855">
                  <a:moveTo>
                    <a:pt x="314960" y="0"/>
                  </a:moveTo>
                  <a:cubicBezTo>
                    <a:pt x="313690" y="0"/>
                    <a:pt x="312420" y="254"/>
                    <a:pt x="311150" y="635"/>
                  </a:cubicBezTo>
                  <a:lnTo>
                    <a:pt x="19304" y="97917"/>
                  </a:lnTo>
                  <a:cubicBezTo>
                    <a:pt x="14351" y="99568"/>
                    <a:pt x="11049" y="104267"/>
                    <a:pt x="11049" y="109474"/>
                  </a:cubicBezTo>
                  <a:cubicBezTo>
                    <a:pt x="11049" y="114681"/>
                    <a:pt x="14351" y="119380"/>
                    <a:pt x="19304" y="121031"/>
                  </a:cubicBezTo>
                  <a:lnTo>
                    <a:pt x="86233" y="143383"/>
                  </a:lnTo>
                  <a:cubicBezTo>
                    <a:pt x="70866" y="161290"/>
                    <a:pt x="61849" y="186436"/>
                    <a:pt x="58674" y="227330"/>
                  </a:cubicBezTo>
                  <a:cubicBezTo>
                    <a:pt x="48133" y="232283"/>
                    <a:pt x="40640" y="242951"/>
                    <a:pt x="40640" y="255397"/>
                  </a:cubicBezTo>
                  <a:cubicBezTo>
                    <a:pt x="40640" y="268097"/>
                    <a:pt x="48260" y="278892"/>
                    <a:pt x="59182" y="283845"/>
                  </a:cubicBezTo>
                  <a:cubicBezTo>
                    <a:pt x="49530" y="366522"/>
                    <a:pt x="0" y="394081"/>
                    <a:pt x="0" y="401193"/>
                  </a:cubicBezTo>
                  <a:cubicBezTo>
                    <a:pt x="0" y="404749"/>
                    <a:pt x="38354" y="425450"/>
                    <a:pt x="47498" y="425450"/>
                  </a:cubicBezTo>
                  <a:cubicBezTo>
                    <a:pt x="61595" y="425450"/>
                    <a:pt x="95504" y="401574"/>
                    <a:pt x="95504" y="349885"/>
                  </a:cubicBezTo>
                  <a:cubicBezTo>
                    <a:pt x="95504" y="319405"/>
                    <a:pt x="92710" y="296418"/>
                    <a:pt x="89916" y="280162"/>
                  </a:cubicBezTo>
                  <a:cubicBezTo>
                    <a:pt x="97663" y="274447"/>
                    <a:pt x="103124" y="265684"/>
                    <a:pt x="103124" y="255270"/>
                  </a:cubicBezTo>
                  <a:cubicBezTo>
                    <a:pt x="103124" y="243967"/>
                    <a:pt x="96774" y="234442"/>
                    <a:pt x="87757" y="228981"/>
                  </a:cubicBezTo>
                  <a:cubicBezTo>
                    <a:pt x="92837" y="161417"/>
                    <a:pt x="113792" y="150114"/>
                    <a:pt x="164338" y="129159"/>
                  </a:cubicBezTo>
                  <a:cubicBezTo>
                    <a:pt x="169418" y="127127"/>
                    <a:pt x="178943" y="123317"/>
                    <a:pt x="184531" y="121031"/>
                  </a:cubicBezTo>
                  <a:cubicBezTo>
                    <a:pt x="194437" y="116967"/>
                    <a:pt x="203454" y="113284"/>
                    <a:pt x="212090" y="109855"/>
                  </a:cubicBezTo>
                  <a:cubicBezTo>
                    <a:pt x="239903" y="98806"/>
                    <a:pt x="263398" y="89916"/>
                    <a:pt x="281305" y="83312"/>
                  </a:cubicBezTo>
                  <a:cubicBezTo>
                    <a:pt x="300990" y="76327"/>
                    <a:pt x="309753" y="73787"/>
                    <a:pt x="310007" y="73660"/>
                  </a:cubicBezTo>
                  <a:cubicBezTo>
                    <a:pt x="311531" y="73152"/>
                    <a:pt x="313055" y="72898"/>
                    <a:pt x="314579" y="72898"/>
                  </a:cubicBezTo>
                  <a:cubicBezTo>
                    <a:pt x="320675" y="72898"/>
                    <a:pt x="326390" y="76708"/>
                    <a:pt x="328422" y="82804"/>
                  </a:cubicBezTo>
                  <a:cubicBezTo>
                    <a:pt x="330962" y="90424"/>
                    <a:pt x="326898" y="98679"/>
                    <a:pt x="319278" y="101346"/>
                  </a:cubicBezTo>
                  <a:cubicBezTo>
                    <a:pt x="318643" y="101600"/>
                    <a:pt x="284607" y="111252"/>
                    <a:pt x="195707" y="147955"/>
                  </a:cubicBezTo>
                  <a:cubicBezTo>
                    <a:pt x="189992" y="150368"/>
                    <a:pt x="184531" y="152400"/>
                    <a:pt x="179324" y="154559"/>
                  </a:cubicBezTo>
                  <a:cubicBezTo>
                    <a:pt x="168783" y="158750"/>
                    <a:pt x="160020" y="162052"/>
                    <a:pt x="152781" y="165354"/>
                  </a:cubicBezTo>
                  <a:lnTo>
                    <a:pt x="311150" y="218186"/>
                  </a:lnTo>
                  <a:cubicBezTo>
                    <a:pt x="312420" y="218567"/>
                    <a:pt x="313690" y="218821"/>
                    <a:pt x="314960" y="218821"/>
                  </a:cubicBezTo>
                  <a:cubicBezTo>
                    <a:pt x="316230" y="218821"/>
                    <a:pt x="317500" y="218567"/>
                    <a:pt x="318770" y="218186"/>
                  </a:cubicBezTo>
                  <a:lnTo>
                    <a:pt x="610489" y="120904"/>
                  </a:lnTo>
                  <a:cubicBezTo>
                    <a:pt x="613918" y="119761"/>
                    <a:pt x="616585" y="117221"/>
                    <a:pt x="617855" y="113919"/>
                  </a:cubicBezTo>
                  <a:lnTo>
                    <a:pt x="617855" y="104775"/>
                  </a:lnTo>
                  <a:lnTo>
                    <a:pt x="617855" y="104775"/>
                  </a:lnTo>
                  <a:cubicBezTo>
                    <a:pt x="616585" y="101600"/>
                    <a:pt x="613918" y="98933"/>
                    <a:pt x="610489" y="97790"/>
                  </a:cubicBezTo>
                  <a:lnTo>
                    <a:pt x="318770" y="635"/>
                  </a:lnTo>
                  <a:cubicBezTo>
                    <a:pt x="317500" y="254"/>
                    <a:pt x="316230" y="0"/>
                    <a:pt x="314960" y="0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15"/>
          <p:cNvSpPr txBox="1"/>
          <p:nvPr/>
        </p:nvSpPr>
        <p:spPr>
          <a:xfrm>
            <a:off x="2805515" y="5657149"/>
            <a:ext cx="55476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ALX </a:t>
            </a:r>
            <a:r>
              <a:rPr lang="en-US" sz="30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Kenya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Jan </a:t>
            </a:r>
            <a:r>
              <a:rPr b="0" i="0" lang="en-US" sz="23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2025 - April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Professional Foundations </a:t>
            </a:r>
            <a:endParaRPr/>
          </a:p>
        </p:txBody>
      </p:sp>
      <p:grpSp>
        <p:nvGrpSpPr>
          <p:cNvPr id="136" name="Google Shape;136;p15"/>
          <p:cNvGrpSpPr/>
          <p:nvPr/>
        </p:nvGrpSpPr>
        <p:grpSpPr>
          <a:xfrm>
            <a:off x="1941010" y="4483615"/>
            <a:ext cx="617855" cy="425450"/>
            <a:chOff x="63500" y="63500"/>
            <a:chExt cx="617855" cy="425450"/>
          </a:xfrm>
        </p:grpSpPr>
        <p:sp>
          <p:nvSpPr>
            <p:cNvPr id="137" name="Google Shape;137;p15"/>
            <p:cNvSpPr/>
            <p:nvPr/>
          </p:nvSpPr>
          <p:spPr>
            <a:xfrm>
              <a:off x="185039" y="251714"/>
              <a:ext cx="387985" cy="163576"/>
            </a:xfrm>
            <a:custGeom>
              <a:rect b="b" l="l" r="r" t="t"/>
              <a:pathLst>
                <a:path extrusionOk="0" h="163576" w="387985">
                  <a:moveTo>
                    <a:pt x="193421" y="62738"/>
                  </a:moveTo>
                  <a:cubicBezTo>
                    <a:pt x="189484" y="62738"/>
                    <a:pt x="185674" y="62103"/>
                    <a:pt x="181864" y="60833"/>
                  </a:cubicBezTo>
                  <a:lnTo>
                    <a:pt x="4826" y="1905"/>
                  </a:lnTo>
                  <a:cubicBezTo>
                    <a:pt x="1651" y="10287"/>
                    <a:pt x="0" y="20955"/>
                    <a:pt x="0" y="36703"/>
                  </a:cubicBezTo>
                  <a:cubicBezTo>
                    <a:pt x="11557" y="43434"/>
                    <a:pt x="22860" y="56896"/>
                    <a:pt x="22860" y="80010"/>
                  </a:cubicBezTo>
                  <a:cubicBezTo>
                    <a:pt x="22860" y="94234"/>
                    <a:pt x="15748" y="104394"/>
                    <a:pt x="9652" y="111252"/>
                  </a:cubicBezTo>
                  <a:cubicBezTo>
                    <a:pt x="35941" y="141732"/>
                    <a:pt x="108204" y="163576"/>
                    <a:pt x="193421" y="163576"/>
                  </a:cubicBezTo>
                  <a:cubicBezTo>
                    <a:pt x="300863" y="163576"/>
                    <a:pt x="387985" y="128778"/>
                    <a:pt x="387985" y="85979"/>
                  </a:cubicBezTo>
                  <a:cubicBezTo>
                    <a:pt x="387985" y="76581"/>
                    <a:pt x="387985" y="37846"/>
                    <a:pt x="387985" y="0"/>
                  </a:cubicBezTo>
                  <a:lnTo>
                    <a:pt x="204851" y="60960"/>
                  </a:lnTo>
                  <a:cubicBezTo>
                    <a:pt x="201041" y="62230"/>
                    <a:pt x="197231" y="62865"/>
                    <a:pt x="193294" y="62865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63500" y="63500"/>
              <a:ext cx="617855" cy="425450"/>
            </a:xfrm>
            <a:custGeom>
              <a:rect b="b" l="l" r="r" t="t"/>
              <a:pathLst>
                <a:path extrusionOk="0" h="425450" w="617855">
                  <a:moveTo>
                    <a:pt x="314960" y="0"/>
                  </a:moveTo>
                  <a:cubicBezTo>
                    <a:pt x="313690" y="0"/>
                    <a:pt x="312420" y="254"/>
                    <a:pt x="311150" y="635"/>
                  </a:cubicBezTo>
                  <a:lnTo>
                    <a:pt x="19304" y="97917"/>
                  </a:lnTo>
                  <a:cubicBezTo>
                    <a:pt x="14351" y="99568"/>
                    <a:pt x="11049" y="104267"/>
                    <a:pt x="11049" y="109474"/>
                  </a:cubicBezTo>
                  <a:cubicBezTo>
                    <a:pt x="11049" y="114681"/>
                    <a:pt x="14351" y="119380"/>
                    <a:pt x="19304" y="121031"/>
                  </a:cubicBezTo>
                  <a:lnTo>
                    <a:pt x="86233" y="143383"/>
                  </a:lnTo>
                  <a:cubicBezTo>
                    <a:pt x="70866" y="161290"/>
                    <a:pt x="61849" y="186436"/>
                    <a:pt x="58674" y="227330"/>
                  </a:cubicBezTo>
                  <a:cubicBezTo>
                    <a:pt x="48133" y="232283"/>
                    <a:pt x="40640" y="242951"/>
                    <a:pt x="40640" y="255397"/>
                  </a:cubicBezTo>
                  <a:cubicBezTo>
                    <a:pt x="40640" y="268097"/>
                    <a:pt x="48260" y="278892"/>
                    <a:pt x="59182" y="283845"/>
                  </a:cubicBezTo>
                  <a:cubicBezTo>
                    <a:pt x="49530" y="366522"/>
                    <a:pt x="0" y="394081"/>
                    <a:pt x="0" y="401193"/>
                  </a:cubicBezTo>
                  <a:cubicBezTo>
                    <a:pt x="0" y="404749"/>
                    <a:pt x="38354" y="425450"/>
                    <a:pt x="47498" y="425450"/>
                  </a:cubicBezTo>
                  <a:cubicBezTo>
                    <a:pt x="61595" y="425450"/>
                    <a:pt x="95504" y="401574"/>
                    <a:pt x="95504" y="349885"/>
                  </a:cubicBezTo>
                  <a:cubicBezTo>
                    <a:pt x="95504" y="319405"/>
                    <a:pt x="92710" y="296418"/>
                    <a:pt x="89916" y="280162"/>
                  </a:cubicBezTo>
                  <a:cubicBezTo>
                    <a:pt x="97663" y="274447"/>
                    <a:pt x="103124" y="265684"/>
                    <a:pt x="103124" y="255270"/>
                  </a:cubicBezTo>
                  <a:cubicBezTo>
                    <a:pt x="103124" y="243967"/>
                    <a:pt x="96774" y="234442"/>
                    <a:pt x="87757" y="228981"/>
                  </a:cubicBezTo>
                  <a:cubicBezTo>
                    <a:pt x="92837" y="161417"/>
                    <a:pt x="113792" y="150114"/>
                    <a:pt x="164338" y="129159"/>
                  </a:cubicBezTo>
                  <a:cubicBezTo>
                    <a:pt x="169418" y="127127"/>
                    <a:pt x="178943" y="123317"/>
                    <a:pt x="184531" y="121031"/>
                  </a:cubicBezTo>
                  <a:cubicBezTo>
                    <a:pt x="194437" y="116967"/>
                    <a:pt x="203454" y="113284"/>
                    <a:pt x="212090" y="109855"/>
                  </a:cubicBezTo>
                  <a:cubicBezTo>
                    <a:pt x="239903" y="98806"/>
                    <a:pt x="263398" y="89916"/>
                    <a:pt x="281305" y="83312"/>
                  </a:cubicBezTo>
                  <a:cubicBezTo>
                    <a:pt x="300990" y="76327"/>
                    <a:pt x="309753" y="73787"/>
                    <a:pt x="310007" y="73660"/>
                  </a:cubicBezTo>
                  <a:cubicBezTo>
                    <a:pt x="311531" y="73152"/>
                    <a:pt x="313055" y="72898"/>
                    <a:pt x="314579" y="72898"/>
                  </a:cubicBezTo>
                  <a:cubicBezTo>
                    <a:pt x="320675" y="72898"/>
                    <a:pt x="326390" y="76708"/>
                    <a:pt x="328422" y="82804"/>
                  </a:cubicBezTo>
                  <a:cubicBezTo>
                    <a:pt x="330962" y="90424"/>
                    <a:pt x="326898" y="98679"/>
                    <a:pt x="319278" y="101346"/>
                  </a:cubicBezTo>
                  <a:cubicBezTo>
                    <a:pt x="318643" y="101600"/>
                    <a:pt x="284607" y="111252"/>
                    <a:pt x="195707" y="147955"/>
                  </a:cubicBezTo>
                  <a:cubicBezTo>
                    <a:pt x="189992" y="150368"/>
                    <a:pt x="184531" y="152400"/>
                    <a:pt x="179324" y="154559"/>
                  </a:cubicBezTo>
                  <a:cubicBezTo>
                    <a:pt x="168783" y="158750"/>
                    <a:pt x="160020" y="162052"/>
                    <a:pt x="152781" y="165354"/>
                  </a:cubicBezTo>
                  <a:lnTo>
                    <a:pt x="311150" y="218186"/>
                  </a:lnTo>
                  <a:cubicBezTo>
                    <a:pt x="312420" y="218567"/>
                    <a:pt x="313690" y="218821"/>
                    <a:pt x="314960" y="218821"/>
                  </a:cubicBezTo>
                  <a:cubicBezTo>
                    <a:pt x="316230" y="218821"/>
                    <a:pt x="317500" y="218567"/>
                    <a:pt x="318770" y="218186"/>
                  </a:cubicBezTo>
                  <a:lnTo>
                    <a:pt x="610489" y="120904"/>
                  </a:lnTo>
                  <a:cubicBezTo>
                    <a:pt x="613918" y="119761"/>
                    <a:pt x="616585" y="117221"/>
                    <a:pt x="617855" y="113919"/>
                  </a:cubicBezTo>
                  <a:lnTo>
                    <a:pt x="617855" y="104775"/>
                  </a:lnTo>
                  <a:lnTo>
                    <a:pt x="617855" y="104775"/>
                  </a:lnTo>
                  <a:cubicBezTo>
                    <a:pt x="616585" y="101600"/>
                    <a:pt x="613918" y="98933"/>
                    <a:pt x="610489" y="97790"/>
                  </a:cubicBezTo>
                  <a:lnTo>
                    <a:pt x="318770" y="635"/>
                  </a:lnTo>
                  <a:cubicBezTo>
                    <a:pt x="317500" y="254"/>
                    <a:pt x="316230" y="0"/>
                    <a:pt x="314960" y="0"/>
                  </a:cubicBezTo>
                  <a:close/>
                </a:path>
              </a:pathLst>
            </a:custGeom>
            <a:solidFill>
              <a:srgbClr val="100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5"/>
          <p:cNvSpPr txBox="1"/>
          <p:nvPr/>
        </p:nvSpPr>
        <p:spPr>
          <a:xfrm>
            <a:off x="2836783" y="4343915"/>
            <a:ext cx="55476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ALX </a:t>
            </a:r>
            <a:r>
              <a:rPr lang="en-US" sz="30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Kenya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April </a:t>
            </a:r>
            <a:r>
              <a:rPr b="0" i="0" lang="en-US" sz="236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2025 - Aug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9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Analytics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-18" y="8374726"/>
            <a:ext cx="1745107" cy="1912366"/>
          </a:xfrm>
          <a:custGeom>
            <a:rect b="b" l="l" r="r" t="t"/>
            <a:pathLst>
              <a:path extrusionOk="0" h="1912366" w="1745107">
                <a:moveTo>
                  <a:pt x="0" y="0"/>
                </a:moveTo>
                <a:lnTo>
                  <a:pt x="0" y="10414"/>
                </a:lnTo>
                <a:lnTo>
                  <a:pt x="0" y="10414"/>
                </a:lnTo>
                <a:cubicBezTo>
                  <a:pt x="370459" y="36703"/>
                  <a:pt x="735330" y="173482"/>
                  <a:pt x="1040511" y="422910"/>
                </a:cubicBezTo>
                <a:lnTo>
                  <a:pt x="1088136" y="502031"/>
                </a:lnTo>
                <a:lnTo>
                  <a:pt x="1040257" y="597027"/>
                </a:lnTo>
                <a:lnTo>
                  <a:pt x="1131316" y="542163"/>
                </a:lnTo>
                <a:lnTo>
                  <a:pt x="1213739" y="583819"/>
                </a:lnTo>
                <a:cubicBezTo>
                  <a:pt x="1563751" y="952373"/>
                  <a:pt x="1734566" y="1433830"/>
                  <a:pt x="1721739" y="1912366"/>
                </a:cubicBezTo>
                <a:lnTo>
                  <a:pt x="1732153" y="1912366"/>
                </a:lnTo>
                <a:cubicBezTo>
                  <a:pt x="1745107" y="1427226"/>
                  <a:pt x="1570482" y="939165"/>
                  <a:pt x="1212596" y="567436"/>
                </a:cubicBezTo>
                <a:lnTo>
                  <a:pt x="1171448" y="498983"/>
                </a:lnTo>
                <a:lnTo>
                  <a:pt x="1219327" y="403987"/>
                </a:lnTo>
                <a:lnTo>
                  <a:pt x="1128268" y="458851"/>
                </a:lnTo>
                <a:lnTo>
                  <a:pt x="1057021" y="422910"/>
                </a:lnTo>
                <a:cubicBezTo>
                  <a:pt x="747903" y="166751"/>
                  <a:pt x="376809" y="26543"/>
                  <a:pt x="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15997101" y="2"/>
            <a:ext cx="2290826" cy="2184527"/>
          </a:xfrm>
          <a:custGeom>
            <a:rect b="b" l="l" r="r" t="t"/>
            <a:pathLst>
              <a:path extrusionOk="0" h="2184527" w="2290826">
                <a:moveTo>
                  <a:pt x="93599" y="0"/>
                </a:moveTo>
                <a:cubicBezTo>
                  <a:pt x="0" y="545084"/>
                  <a:pt x="148590" y="1123950"/>
                  <a:pt x="539369" y="1561465"/>
                </a:cubicBezTo>
                <a:lnTo>
                  <a:pt x="577977" y="1631315"/>
                </a:lnTo>
                <a:lnTo>
                  <a:pt x="526542" y="1724406"/>
                </a:lnTo>
                <a:lnTo>
                  <a:pt x="619633" y="1672971"/>
                </a:lnTo>
                <a:lnTo>
                  <a:pt x="689483" y="1711579"/>
                </a:lnTo>
                <a:cubicBezTo>
                  <a:pt x="1042416" y="2026793"/>
                  <a:pt x="1487297" y="2184527"/>
                  <a:pt x="1932305" y="2184527"/>
                </a:cubicBezTo>
                <a:cubicBezTo>
                  <a:pt x="2052447" y="2184527"/>
                  <a:pt x="2172589" y="2173097"/>
                  <a:pt x="2290826" y="2150110"/>
                </a:cubicBezTo>
                <a:lnTo>
                  <a:pt x="2290826" y="2150110"/>
                </a:lnTo>
                <a:lnTo>
                  <a:pt x="2290826" y="2139442"/>
                </a:lnTo>
                <a:lnTo>
                  <a:pt x="2290826" y="2139442"/>
                </a:lnTo>
                <a:cubicBezTo>
                  <a:pt x="2172589" y="2162556"/>
                  <a:pt x="2052447" y="2174113"/>
                  <a:pt x="1932305" y="2174113"/>
                </a:cubicBezTo>
                <a:cubicBezTo>
                  <a:pt x="1493774" y="2174113"/>
                  <a:pt x="1055243" y="2020189"/>
                  <a:pt x="705739" y="1712214"/>
                </a:cubicBezTo>
                <a:lnTo>
                  <a:pt x="661035" y="1631443"/>
                </a:lnTo>
                <a:lnTo>
                  <a:pt x="712470" y="1538352"/>
                </a:lnTo>
                <a:lnTo>
                  <a:pt x="619379" y="1589787"/>
                </a:lnTo>
                <a:lnTo>
                  <a:pt x="538607" y="1545083"/>
                </a:lnTo>
                <a:cubicBezTo>
                  <a:pt x="155956" y="1110615"/>
                  <a:pt x="11049" y="538607"/>
                  <a:pt x="10414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28700" y="1089151"/>
            <a:ext cx="7434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4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Experience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28700" y="2026830"/>
            <a:ext cx="1105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ICT </a:t>
            </a:r>
            <a:r>
              <a:rPr b="1" i="1" lang="en-US" sz="27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Intern - </a:t>
            </a:r>
            <a:r>
              <a:rPr b="1" i="1" lang="en-US" sz="270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MP Shah Hospital</a:t>
            </a:r>
            <a:r>
              <a:rPr b="1" i="1" lang="en-US" sz="27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Nairobi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900114" y="3485150"/>
            <a:ext cx="777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5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28700" y="3040798"/>
            <a:ext cx="4896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Systems &amp; ICT Support: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687516" y="3425770"/>
            <a:ext cx="140034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First-line user support (internal and external users)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ICT troubleshooting, system configuration &amp; documentation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Incident tracking, preventive maintenance &amp; service reporting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028700" y="4889061"/>
            <a:ext cx="6835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Analytics &amp; Reporting: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687516" y="5309867"/>
            <a:ext cx="14003400" cy="18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extraction, cleaning, validation, and reconciliation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SQL, Excel (advanced), Power BI dashboards &amp; reports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quality checks and timeliness monitoring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Analytical reporting and management briefs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028700" y="7304707"/>
            <a:ext cx="5516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Analytics and Operations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687516" y="7729977"/>
            <a:ext cx="13639800" cy="18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Developed analytical reports and presentations for management to drive service optimization and decision-making.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Lora"/>
              <a:buChar char="•"/>
            </a:pPr>
            <a:r>
              <a:rPr lang="en-US" sz="228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Led data validation and training efforts for institutional projects to maintain high standards of data accuracy.</a:t>
            </a:r>
            <a:endParaRPr sz="228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028700" y="2415922"/>
            <a:ext cx="9331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99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September</a:t>
            </a:r>
            <a:r>
              <a:rPr b="1" i="1" lang="en-US" sz="249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202</a:t>
            </a:r>
            <a:r>
              <a:rPr b="1" i="1" lang="en-US" sz="2499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r>
              <a:rPr b="1" i="1" lang="en-US" sz="249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- </a:t>
            </a:r>
            <a:r>
              <a:rPr b="1" i="1" lang="en-US" sz="2499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March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-18" y="8374726"/>
            <a:ext cx="1745107" cy="1912366"/>
          </a:xfrm>
          <a:custGeom>
            <a:rect b="b" l="l" r="r" t="t"/>
            <a:pathLst>
              <a:path extrusionOk="0" h="1912366" w="1745107">
                <a:moveTo>
                  <a:pt x="0" y="0"/>
                </a:moveTo>
                <a:lnTo>
                  <a:pt x="0" y="10414"/>
                </a:lnTo>
                <a:lnTo>
                  <a:pt x="0" y="10414"/>
                </a:lnTo>
                <a:cubicBezTo>
                  <a:pt x="370459" y="36703"/>
                  <a:pt x="735330" y="173482"/>
                  <a:pt x="1040511" y="422910"/>
                </a:cubicBezTo>
                <a:lnTo>
                  <a:pt x="1088136" y="502031"/>
                </a:lnTo>
                <a:lnTo>
                  <a:pt x="1040257" y="597027"/>
                </a:lnTo>
                <a:lnTo>
                  <a:pt x="1131316" y="542163"/>
                </a:lnTo>
                <a:lnTo>
                  <a:pt x="1213739" y="583819"/>
                </a:lnTo>
                <a:cubicBezTo>
                  <a:pt x="1563751" y="952373"/>
                  <a:pt x="1734566" y="1433830"/>
                  <a:pt x="1721739" y="1912366"/>
                </a:cubicBezTo>
                <a:lnTo>
                  <a:pt x="1732153" y="1912366"/>
                </a:lnTo>
                <a:cubicBezTo>
                  <a:pt x="1745107" y="1427226"/>
                  <a:pt x="1570482" y="939165"/>
                  <a:pt x="1212596" y="567436"/>
                </a:cubicBezTo>
                <a:lnTo>
                  <a:pt x="1171448" y="498983"/>
                </a:lnTo>
                <a:lnTo>
                  <a:pt x="1219327" y="403987"/>
                </a:lnTo>
                <a:lnTo>
                  <a:pt x="1128268" y="458851"/>
                </a:lnTo>
                <a:lnTo>
                  <a:pt x="1057021" y="422910"/>
                </a:lnTo>
                <a:cubicBezTo>
                  <a:pt x="747903" y="166751"/>
                  <a:pt x="376809" y="26543"/>
                  <a:pt x="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15997101" y="2"/>
            <a:ext cx="2290826" cy="2184527"/>
          </a:xfrm>
          <a:custGeom>
            <a:rect b="b" l="l" r="r" t="t"/>
            <a:pathLst>
              <a:path extrusionOk="0" h="2184527" w="2290826">
                <a:moveTo>
                  <a:pt x="93599" y="0"/>
                </a:moveTo>
                <a:cubicBezTo>
                  <a:pt x="0" y="545084"/>
                  <a:pt x="148590" y="1123950"/>
                  <a:pt x="539369" y="1561465"/>
                </a:cubicBezTo>
                <a:lnTo>
                  <a:pt x="577977" y="1631315"/>
                </a:lnTo>
                <a:lnTo>
                  <a:pt x="526542" y="1724406"/>
                </a:lnTo>
                <a:lnTo>
                  <a:pt x="619633" y="1672971"/>
                </a:lnTo>
                <a:lnTo>
                  <a:pt x="689483" y="1711579"/>
                </a:lnTo>
                <a:cubicBezTo>
                  <a:pt x="1042416" y="2026793"/>
                  <a:pt x="1487297" y="2184527"/>
                  <a:pt x="1932305" y="2184527"/>
                </a:cubicBezTo>
                <a:cubicBezTo>
                  <a:pt x="2052447" y="2184527"/>
                  <a:pt x="2172589" y="2173097"/>
                  <a:pt x="2290826" y="2150110"/>
                </a:cubicBezTo>
                <a:lnTo>
                  <a:pt x="2290826" y="2150110"/>
                </a:lnTo>
                <a:lnTo>
                  <a:pt x="2290826" y="2139442"/>
                </a:lnTo>
                <a:lnTo>
                  <a:pt x="2290826" y="2139442"/>
                </a:lnTo>
                <a:cubicBezTo>
                  <a:pt x="2172589" y="2162556"/>
                  <a:pt x="2052447" y="2174113"/>
                  <a:pt x="1932305" y="2174113"/>
                </a:cubicBezTo>
                <a:cubicBezTo>
                  <a:pt x="1493774" y="2174113"/>
                  <a:pt x="1055243" y="2020189"/>
                  <a:pt x="705739" y="1712214"/>
                </a:cubicBezTo>
                <a:lnTo>
                  <a:pt x="661035" y="1631443"/>
                </a:lnTo>
                <a:lnTo>
                  <a:pt x="712470" y="1538352"/>
                </a:lnTo>
                <a:lnTo>
                  <a:pt x="619379" y="1589787"/>
                </a:lnTo>
                <a:lnTo>
                  <a:pt x="538607" y="1545083"/>
                </a:lnTo>
                <a:cubicBezTo>
                  <a:pt x="155956" y="1110615"/>
                  <a:pt x="11049" y="538607"/>
                  <a:pt x="10414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028700" y="1651966"/>
            <a:ext cx="7434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4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Experience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28700" y="2589645"/>
            <a:ext cx="1105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Business Analyst and Marketing Intern- Jubilee Insurance, Nairobi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900114" y="3485150"/>
            <a:ext cx="777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5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28700" y="3759950"/>
            <a:ext cx="4896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Management and Reporting: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687516" y="4176189"/>
            <a:ext cx="140034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Merged insurance data using SOV-ATL to support Power BI dashboard development.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Generated a digital footprint report analyzing the company’s online presence.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Distributed daily industry reports to company-wide departments for insight alignment.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28700" y="5514411"/>
            <a:ext cx="6835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Marketing Campaign support and Strategy: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687516" y="6029019"/>
            <a:ext cx="140034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Supported the Maisha Fiti App Activation campaign, increasing downloads significantly.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Contributed to the Live Free Race and Thematic Campaign through digital content insights.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Participated in strategy meetings, offering performance analysis and reporting.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28700" y="7367242"/>
            <a:ext cx="5516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CSR and Community Engagement: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687516" y="7886314"/>
            <a:ext cx="136398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Conducted interviews at Jaipur Foot Centre, documenting challenges of amputee children.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Played a key role in organizing ESG initiatives, including planting 500+ trees in schools.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Created content and summaries for the company’s CSR reports.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28700" y="2978737"/>
            <a:ext cx="9331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9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June 2024 - December 2024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B9A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-18" y="8374726"/>
            <a:ext cx="1745107" cy="1912366"/>
          </a:xfrm>
          <a:custGeom>
            <a:rect b="b" l="l" r="r" t="t"/>
            <a:pathLst>
              <a:path extrusionOk="0" h="1912366" w="1745107">
                <a:moveTo>
                  <a:pt x="0" y="0"/>
                </a:moveTo>
                <a:lnTo>
                  <a:pt x="0" y="10414"/>
                </a:lnTo>
                <a:lnTo>
                  <a:pt x="0" y="10414"/>
                </a:lnTo>
                <a:cubicBezTo>
                  <a:pt x="370459" y="36703"/>
                  <a:pt x="735330" y="173482"/>
                  <a:pt x="1040511" y="422910"/>
                </a:cubicBezTo>
                <a:lnTo>
                  <a:pt x="1088136" y="502031"/>
                </a:lnTo>
                <a:lnTo>
                  <a:pt x="1040257" y="597027"/>
                </a:lnTo>
                <a:lnTo>
                  <a:pt x="1131316" y="542163"/>
                </a:lnTo>
                <a:lnTo>
                  <a:pt x="1213739" y="583819"/>
                </a:lnTo>
                <a:cubicBezTo>
                  <a:pt x="1563751" y="952373"/>
                  <a:pt x="1734566" y="1433830"/>
                  <a:pt x="1721739" y="1912366"/>
                </a:cubicBezTo>
                <a:lnTo>
                  <a:pt x="1732153" y="1912366"/>
                </a:lnTo>
                <a:cubicBezTo>
                  <a:pt x="1745107" y="1427226"/>
                  <a:pt x="1570482" y="939165"/>
                  <a:pt x="1212596" y="567436"/>
                </a:cubicBezTo>
                <a:lnTo>
                  <a:pt x="1171448" y="498983"/>
                </a:lnTo>
                <a:lnTo>
                  <a:pt x="1219327" y="403987"/>
                </a:lnTo>
                <a:lnTo>
                  <a:pt x="1128268" y="458851"/>
                </a:lnTo>
                <a:lnTo>
                  <a:pt x="1057021" y="422910"/>
                </a:lnTo>
                <a:cubicBezTo>
                  <a:pt x="747903" y="166751"/>
                  <a:pt x="376809" y="26543"/>
                  <a:pt x="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15997101" y="2"/>
            <a:ext cx="2290826" cy="2184527"/>
          </a:xfrm>
          <a:custGeom>
            <a:rect b="b" l="l" r="r" t="t"/>
            <a:pathLst>
              <a:path extrusionOk="0" h="2184527" w="2290826">
                <a:moveTo>
                  <a:pt x="93599" y="0"/>
                </a:moveTo>
                <a:cubicBezTo>
                  <a:pt x="0" y="545084"/>
                  <a:pt x="148590" y="1123950"/>
                  <a:pt x="539369" y="1561465"/>
                </a:cubicBezTo>
                <a:lnTo>
                  <a:pt x="577977" y="1631315"/>
                </a:lnTo>
                <a:lnTo>
                  <a:pt x="526542" y="1724406"/>
                </a:lnTo>
                <a:lnTo>
                  <a:pt x="619633" y="1672971"/>
                </a:lnTo>
                <a:lnTo>
                  <a:pt x="689483" y="1711579"/>
                </a:lnTo>
                <a:cubicBezTo>
                  <a:pt x="1042416" y="2026793"/>
                  <a:pt x="1487297" y="2184527"/>
                  <a:pt x="1932305" y="2184527"/>
                </a:cubicBezTo>
                <a:cubicBezTo>
                  <a:pt x="2052447" y="2184527"/>
                  <a:pt x="2172589" y="2173097"/>
                  <a:pt x="2290826" y="2150110"/>
                </a:cubicBezTo>
                <a:lnTo>
                  <a:pt x="2290826" y="2150110"/>
                </a:lnTo>
                <a:lnTo>
                  <a:pt x="2290826" y="2139442"/>
                </a:lnTo>
                <a:lnTo>
                  <a:pt x="2290826" y="2139442"/>
                </a:lnTo>
                <a:cubicBezTo>
                  <a:pt x="2172589" y="2162556"/>
                  <a:pt x="2052447" y="2174113"/>
                  <a:pt x="1932305" y="2174113"/>
                </a:cubicBezTo>
                <a:cubicBezTo>
                  <a:pt x="1493774" y="2174113"/>
                  <a:pt x="1055243" y="2020189"/>
                  <a:pt x="705739" y="1712214"/>
                </a:cubicBezTo>
                <a:lnTo>
                  <a:pt x="661035" y="1631443"/>
                </a:lnTo>
                <a:lnTo>
                  <a:pt x="712470" y="1538352"/>
                </a:lnTo>
                <a:lnTo>
                  <a:pt x="619379" y="1589787"/>
                </a:lnTo>
                <a:lnTo>
                  <a:pt x="538607" y="1545083"/>
                </a:lnTo>
                <a:cubicBezTo>
                  <a:pt x="155956" y="1110615"/>
                  <a:pt x="11049" y="538607"/>
                  <a:pt x="10414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028700" y="1651966"/>
            <a:ext cx="7434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4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Experience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028700" y="2589645"/>
            <a:ext cx="93315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Analyst intern - Tuffsteel Limited, Nairobi 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900114" y="3485150"/>
            <a:ext cx="777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5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28700" y="3759950"/>
            <a:ext cx="4896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integrity and Auditing: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687516" y="4176189"/>
            <a:ext cx="140034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Conducted thorough data integrity checks across fleet systems.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Verified compliance with industry standards through internal audits.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Compiled actionable audit reports for process improvement.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028700" y="5514411"/>
            <a:ext cx="6835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System evaluation and Gap analysis: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687516" y="6029019"/>
            <a:ext cx="140034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Evaluated performance of fleet management software for inefficiencies.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Conducted gap analysis to recommend system enhancements.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Identified optimization opportunities to boost operational efficiency.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28700" y="7367242"/>
            <a:ext cx="5516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Documentation and Training: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687516" y="7886314"/>
            <a:ext cx="136398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Created detailed training materials for new system procedures.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Ensured smooth employee transition to updated workflows.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Standardized reporting procedures to improve internal communication.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028700" y="2978737"/>
            <a:ext cx="93315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9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September 2023 - February 2024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/>
          <p:nvPr/>
        </p:nvSpPr>
        <p:spPr>
          <a:xfrm>
            <a:off x="-18" y="8374726"/>
            <a:ext cx="1745107" cy="1912366"/>
          </a:xfrm>
          <a:custGeom>
            <a:rect b="b" l="l" r="r" t="t"/>
            <a:pathLst>
              <a:path extrusionOk="0" h="1912366" w="1745107">
                <a:moveTo>
                  <a:pt x="0" y="0"/>
                </a:moveTo>
                <a:lnTo>
                  <a:pt x="0" y="10414"/>
                </a:lnTo>
                <a:lnTo>
                  <a:pt x="0" y="10414"/>
                </a:lnTo>
                <a:cubicBezTo>
                  <a:pt x="370459" y="36703"/>
                  <a:pt x="735330" y="173482"/>
                  <a:pt x="1040511" y="422910"/>
                </a:cubicBezTo>
                <a:lnTo>
                  <a:pt x="1088136" y="502031"/>
                </a:lnTo>
                <a:lnTo>
                  <a:pt x="1040257" y="597027"/>
                </a:lnTo>
                <a:lnTo>
                  <a:pt x="1131316" y="542163"/>
                </a:lnTo>
                <a:lnTo>
                  <a:pt x="1213739" y="583819"/>
                </a:lnTo>
                <a:cubicBezTo>
                  <a:pt x="1563751" y="952373"/>
                  <a:pt x="1734566" y="1433830"/>
                  <a:pt x="1721739" y="1912366"/>
                </a:cubicBezTo>
                <a:lnTo>
                  <a:pt x="1732153" y="1912366"/>
                </a:lnTo>
                <a:cubicBezTo>
                  <a:pt x="1745107" y="1427226"/>
                  <a:pt x="1570482" y="939165"/>
                  <a:pt x="1212596" y="567436"/>
                </a:cubicBezTo>
                <a:lnTo>
                  <a:pt x="1171448" y="498983"/>
                </a:lnTo>
                <a:lnTo>
                  <a:pt x="1219327" y="403987"/>
                </a:lnTo>
                <a:lnTo>
                  <a:pt x="1128268" y="458851"/>
                </a:lnTo>
                <a:lnTo>
                  <a:pt x="1057021" y="422910"/>
                </a:lnTo>
                <a:cubicBezTo>
                  <a:pt x="747903" y="166751"/>
                  <a:pt x="376809" y="26543"/>
                  <a:pt x="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15997101" y="2"/>
            <a:ext cx="2290826" cy="2184527"/>
          </a:xfrm>
          <a:custGeom>
            <a:rect b="b" l="l" r="r" t="t"/>
            <a:pathLst>
              <a:path extrusionOk="0" h="2184527" w="2290826">
                <a:moveTo>
                  <a:pt x="93599" y="0"/>
                </a:moveTo>
                <a:cubicBezTo>
                  <a:pt x="0" y="545084"/>
                  <a:pt x="148590" y="1123950"/>
                  <a:pt x="539369" y="1561465"/>
                </a:cubicBezTo>
                <a:lnTo>
                  <a:pt x="577977" y="1631315"/>
                </a:lnTo>
                <a:lnTo>
                  <a:pt x="526542" y="1724406"/>
                </a:lnTo>
                <a:lnTo>
                  <a:pt x="619633" y="1672971"/>
                </a:lnTo>
                <a:lnTo>
                  <a:pt x="689483" y="1711579"/>
                </a:lnTo>
                <a:cubicBezTo>
                  <a:pt x="1042416" y="2026793"/>
                  <a:pt x="1487297" y="2184527"/>
                  <a:pt x="1932305" y="2184527"/>
                </a:cubicBezTo>
                <a:cubicBezTo>
                  <a:pt x="2052447" y="2184527"/>
                  <a:pt x="2172589" y="2173097"/>
                  <a:pt x="2290826" y="2150110"/>
                </a:cubicBezTo>
                <a:lnTo>
                  <a:pt x="2290826" y="2150110"/>
                </a:lnTo>
                <a:lnTo>
                  <a:pt x="2290826" y="2139442"/>
                </a:lnTo>
                <a:lnTo>
                  <a:pt x="2290826" y="2139442"/>
                </a:lnTo>
                <a:cubicBezTo>
                  <a:pt x="2172589" y="2162556"/>
                  <a:pt x="2052447" y="2174113"/>
                  <a:pt x="1932305" y="2174113"/>
                </a:cubicBezTo>
                <a:cubicBezTo>
                  <a:pt x="1493774" y="2174113"/>
                  <a:pt x="1055243" y="2020189"/>
                  <a:pt x="705739" y="1712214"/>
                </a:cubicBezTo>
                <a:lnTo>
                  <a:pt x="661035" y="1631443"/>
                </a:lnTo>
                <a:lnTo>
                  <a:pt x="712470" y="1538352"/>
                </a:lnTo>
                <a:lnTo>
                  <a:pt x="619379" y="1589787"/>
                </a:lnTo>
                <a:lnTo>
                  <a:pt x="538607" y="1545083"/>
                </a:lnTo>
                <a:cubicBezTo>
                  <a:pt x="155956" y="1110615"/>
                  <a:pt x="11049" y="538607"/>
                  <a:pt x="10414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028700" y="1651966"/>
            <a:ext cx="7434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4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Experience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028700" y="2589645"/>
            <a:ext cx="1177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Business Analyst intern - Simba Corporation Limited, Nairobi 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900114" y="3485150"/>
            <a:ext cx="777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5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028700" y="3759950"/>
            <a:ext cx="4896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cleaning and Preparation: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687516" y="4176189"/>
            <a:ext cx="140034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Cleaned and preprocessed raw data from various departments using Dynamics 365.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Ensured accuracy and uniformity of datasets before analysis.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Consolidated fragmented data into centralized dashboards.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028700" y="5514411"/>
            <a:ext cx="6835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Visualization and Insights: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687516" y="6029019"/>
            <a:ext cx="140034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Designed interactive Power BI dashboards for real-time reporting.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Presented insights to stakeholders for strategic decision-making.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Tailored visuals for marketing, operations, and management teams.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028700" y="7367242"/>
            <a:ext cx="5516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Market and Trend analysis: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687516" y="7886314"/>
            <a:ext cx="136398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Analyzed share of voice and product consumption across key markets.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Identified shifts in consumer behavior and purchasing trends.</a:t>
            </a:r>
            <a:endParaRPr/>
          </a:p>
          <a:p>
            <a:pPr indent="-246207" lvl="1" marL="492415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2280"/>
              <a:buFont typeface="Arial"/>
              <a:buChar char="•"/>
            </a:pPr>
            <a:r>
              <a:rPr b="0" i="0" lang="en-US" sz="228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Delivered actionable insights for product and marketing strategy.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1028700" y="2978737"/>
            <a:ext cx="93315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99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May 2023 - August 2023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/>
        </p:nvSpPr>
        <p:spPr>
          <a:xfrm>
            <a:off x="5325285" y="1511808"/>
            <a:ext cx="76446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9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Area of Expertise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54377" y="2314596"/>
            <a:ext cx="5390151" cy="920482"/>
          </a:xfrm>
          <a:custGeom>
            <a:rect b="b" l="l" r="r" t="t"/>
            <a:pathLst>
              <a:path extrusionOk="0" h="724789" w="4244213">
                <a:moveTo>
                  <a:pt x="0" y="0"/>
                </a:moveTo>
                <a:lnTo>
                  <a:pt x="0" y="724789"/>
                </a:lnTo>
                <a:lnTo>
                  <a:pt x="4244213" y="724789"/>
                </a:lnTo>
                <a:lnTo>
                  <a:pt x="4244213" y="0"/>
                </a:lnTo>
                <a:close/>
              </a:path>
            </a:pathLst>
          </a:custGeom>
          <a:solidFill>
            <a:srgbClr val="CAB9A7"/>
          </a:solidFill>
          <a:ln>
            <a:noFill/>
          </a:ln>
        </p:spPr>
      </p:sp>
      <p:sp>
        <p:nvSpPr>
          <p:cNvPr id="210" name="Google Shape;210;p20"/>
          <p:cNvSpPr txBox="1"/>
          <p:nvPr/>
        </p:nvSpPr>
        <p:spPr>
          <a:xfrm>
            <a:off x="454377" y="2493154"/>
            <a:ext cx="5392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6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Data Analysis and Visualization 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454377" y="3483235"/>
            <a:ext cx="5392800" cy="6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Build interactive dashboards using Power BI.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Perform data exploration using Excel and Python.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Translate complex data into actionable insights.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Present findings in reports and presentations.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Track KPIs and support data-driven decisions.</a:t>
            </a:r>
            <a:endParaRPr sz="2200"/>
          </a:p>
        </p:txBody>
      </p:sp>
      <p:sp>
        <p:nvSpPr>
          <p:cNvPr id="212" name="Google Shape;212;p20"/>
          <p:cNvSpPr txBox="1"/>
          <p:nvPr/>
        </p:nvSpPr>
        <p:spPr>
          <a:xfrm>
            <a:off x="6451084" y="3483235"/>
            <a:ext cx="5392800" cy="6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Identify and handle missing or duplicate data.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Standardize and structure raw datasets.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Merge datasets from multiple sources.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Apply formulas and transformations in Excel &amp; SQL.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Prepare data for visualization and modeling.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2447791" y="3483235"/>
            <a:ext cx="5392800" cy="6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Analyze market trends and product performance.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Study customer behavior and share of voice.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Support campaign performance measurement.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Perform gap analysis in business processes.</a:t>
            </a:r>
            <a:endParaRPr sz="2200"/>
          </a:p>
          <a:p>
            <a:pPr indent="0" lvl="0" marL="0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55332" lvl="1" marL="561339" marR="0" rtl="0" algn="l">
              <a:lnSpc>
                <a:spcPct val="138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Recommend data-driven strategic improvements.</a:t>
            </a:r>
            <a:endParaRPr sz="2200"/>
          </a:p>
        </p:txBody>
      </p:sp>
      <p:sp>
        <p:nvSpPr>
          <p:cNvPr id="214" name="Google Shape;214;p20"/>
          <p:cNvSpPr/>
          <p:nvPr/>
        </p:nvSpPr>
        <p:spPr>
          <a:xfrm>
            <a:off x="6451084" y="2314596"/>
            <a:ext cx="5390151" cy="920482"/>
          </a:xfrm>
          <a:custGeom>
            <a:rect b="b" l="l" r="r" t="t"/>
            <a:pathLst>
              <a:path extrusionOk="0" h="724789" w="4244213">
                <a:moveTo>
                  <a:pt x="0" y="0"/>
                </a:moveTo>
                <a:lnTo>
                  <a:pt x="0" y="724789"/>
                </a:lnTo>
                <a:lnTo>
                  <a:pt x="4244213" y="724789"/>
                </a:lnTo>
                <a:lnTo>
                  <a:pt x="4244213" y="0"/>
                </a:lnTo>
                <a:close/>
              </a:path>
            </a:pathLst>
          </a:custGeom>
          <a:solidFill>
            <a:srgbClr val="CAB9A7"/>
          </a:solidFill>
          <a:ln>
            <a:noFill/>
          </a:ln>
        </p:spPr>
      </p:sp>
      <p:sp>
        <p:nvSpPr>
          <p:cNvPr id="215" name="Google Shape;215;p20"/>
          <p:cNvSpPr/>
          <p:nvPr/>
        </p:nvSpPr>
        <p:spPr>
          <a:xfrm>
            <a:off x="12447791" y="2314596"/>
            <a:ext cx="5390151" cy="920482"/>
          </a:xfrm>
          <a:custGeom>
            <a:rect b="b" l="l" r="r" t="t"/>
            <a:pathLst>
              <a:path extrusionOk="0" h="724789" w="4244213">
                <a:moveTo>
                  <a:pt x="0" y="0"/>
                </a:moveTo>
                <a:lnTo>
                  <a:pt x="0" y="724789"/>
                </a:lnTo>
                <a:lnTo>
                  <a:pt x="4244213" y="724789"/>
                </a:lnTo>
                <a:lnTo>
                  <a:pt x="4244213" y="0"/>
                </a:lnTo>
                <a:close/>
              </a:path>
            </a:pathLst>
          </a:custGeom>
          <a:solidFill>
            <a:srgbClr val="CAB9A7"/>
          </a:solidFill>
          <a:ln>
            <a:noFill/>
          </a:ln>
        </p:spPr>
      </p:sp>
      <p:sp>
        <p:nvSpPr>
          <p:cNvPr id="216" name="Google Shape;216;p20"/>
          <p:cNvSpPr txBox="1"/>
          <p:nvPr/>
        </p:nvSpPr>
        <p:spPr>
          <a:xfrm>
            <a:off x="12595651" y="2493154"/>
            <a:ext cx="5097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6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Business and Market analysis 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528921" y="2493154"/>
            <a:ext cx="5237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6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Data cleaning and Preparation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5325285" y="1511808"/>
            <a:ext cx="76446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9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Area of Expertise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454377" y="2314596"/>
            <a:ext cx="5390151" cy="920482"/>
          </a:xfrm>
          <a:custGeom>
            <a:rect b="b" l="l" r="r" t="t"/>
            <a:pathLst>
              <a:path extrusionOk="0" h="724789" w="4244213">
                <a:moveTo>
                  <a:pt x="0" y="0"/>
                </a:moveTo>
                <a:lnTo>
                  <a:pt x="0" y="724789"/>
                </a:lnTo>
                <a:lnTo>
                  <a:pt x="4244213" y="724789"/>
                </a:lnTo>
                <a:lnTo>
                  <a:pt x="4244213" y="0"/>
                </a:lnTo>
                <a:close/>
              </a:path>
            </a:pathLst>
          </a:custGeom>
          <a:solidFill>
            <a:srgbClr val="CAB9A7"/>
          </a:solidFill>
          <a:ln>
            <a:noFill/>
          </a:ln>
        </p:spPr>
      </p:sp>
      <p:sp>
        <p:nvSpPr>
          <p:cNvPr id="224" name="Google Shape;224;p21"/>
          <p:cNvSpPr txBox="1"/>
          <p:nvPr/>
        </p:nvSpPr>
        <p:spPr>
          <a:xfrm>
            <a:off x="1150260" y="2493154"/>
            <a:ext cx="4001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6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Technical Tools &amp; Skills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54377" y="3483235"/>
            <a:ext cx="5392800" cy="59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Use Power BI  and Excel for dashboards and reporting.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Leverage Excel for calculations, cleaning, and charts.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Write SQL queries for data extraction and analysis.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Performing preventive maintenance on computers.</a:t>
            </a:r>
            <a:endParaRPr sz="22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Virtualization and Cloud Computing</a:t>
            </a:r>
            <a:endParaRPr sz="2200"/>
          </a:p>
        </p:txBody>
      </p:sp>
      <p:sp>
        <p:nvSpPr>
          <p:cNvPr id="226" name="Google Shape;226;p21"/>
          <p:cNvSpPr txBox="1"/>
          <p:nvPr/>
        </p:nvSpPr>
        <p:spPr>
          <a:xfrm>
            <a:off x="6451084" y="3483235"/>
            <a:ext cx="5392800" cy="6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Collaborate with teams to deliver data insights.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Prepare reports and presentations for stakeholders.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Manage community-based data collection projects.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Track progress and impact of ESG/CSR initiatives.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Deliver timely freelance reports and analytics.</a:t>
            </a:r>
            <a:endParaRPr sz="2200"/>
          </a:p>
        </p:txBody>
      </p:sp>
      <p:sp>
        <p:nvSpPr>
          <p:cNvPr id="227" name="Google Shape;227;p21"/>
          <p:cNvSpPr txBox="1"/>
          <p:nvPr/>
        </p:nvSpPr>
        <p:spPr>
          <a:xfrm>
            <a:off x="12447791" y="3483235"/>
            <a:ext cx="5392800" cy="6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Lead data collection in grassroots development projects.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Analyze population data to inform fair resource distribution.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Support sustainability efforts with evidence-based reporting.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Engage communities in data-backed planning discussions.</a:t>
            </a:r>
            <a:endParaRPr sz="2200"/>
          </a:p>
          <a:p>
            <a:pPr indent="0" lvl="0" marL="0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-248604" lvl="1" marL="528956" marR="0" rtl="0" algn="l">
              <a:lnSpc>
                <a:spcPct val="1380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Create summaries and reports to drive social impact.</a:t>
            </a:r>
            <a:endParaRPr sz="2200"/>
          </a:p>
        </p:txBody>
      </p:sp>
      <p:sp>
        <p:nvSpPr>
          <p:cNvPr id="228" name="Google Shape;228;p21"/>
          <p:cNvSpPr/>
          <p:nvPr/>
        </p:nvSpPr>
        <p:spPr>
          <a:xfrm>
            <a:off x="6451084" y="2314596"/>
            <a:ext cx="5390151" cy="920482"/>
          </a:xfrm>
          <a:custGeom>
            <a:rect b="b" l="l" r="r" t="t"/>
            <a:pathLst>
              <a:path extrusionOk="0" h="724789" w="4244213">
                <a:moveTo>
                  <a:pt x="0" y="0"/>
                </a:moveTo>
                <a:lnTo>
                  <a:pt x="0" y="724789"/>
                </a:lnTo>
                <a:lnTo>
                  <a:pt x="4244213" y="724789"/>
                </a:lnTo>
                <a:lnTo>
                  <a:pt x="4244213" y="0"/>
                </a:lnTo>
                <a:close/>
              </a:path>
            </a:pathLst>
          </a:custGeom>
          <a:solidFill>
            <a:srgbClr val="CAB9A7"/>
          </a:solidFill>
          <a:ln>
            <a:noFill/>
          </a:ln>
        </p:spPr>
      </p:sp>
      <p:sp>
        <p:nvSpPr>
          <p:cNvPr id="229" name="Google Shape;229;p21"/>
          <p:cNvSpPr/>
          <p:nvPr/>
        </p:nvSpPr>
        <p:spPr>
          <a:xfrm>
            <a:off x="12447791" y="2314596"/>
            <a:ext cx="5390151" cy="920482"/>
          </a:xfrm>
          <a:custGeom>
            <a:rect b="b" l="l" r="r" t="t"/>
            <a:pathLst>
              <a:path extrusionOk="0" h="724789" w="4244213">
                <a:moveTo>
                  <a:pt x="0" y="0"/>
                </a:moveTo>
                <a:lnTo>
                  <a:pt x="0" y="724789"/>
                </a:lnTo>
                <a:lnTo>
                  <a:pt x="4244213" y="724789"/>
                </a:lnTo>
                <a:lnTo>
                  <a:pt x="4244213" y="0"/>
                </a:lnTo>
                <a:close/>
              </a:path>
            </a:pathLst>
          </a:custGeom>
          <a:solidFill>
            <a:srgbClr val="CAB9A7"/>
          </a:solidFill>
          <a:ln>
            <a:noFill/>
          </a:ln>
        </p:spPr>
      </p:sp>
      <p:sp>
        <p:nvSpPr>
          <p:cNvPr id="230" name="Google Shape;230;p21"/>
          <p:cNvSpPr txBox="1"/>
          <p:nvPr/>
        </p:nvSpPr>
        <p:spPr>
          <a:xfrm>
            <a:off x="12000443" y="2304129"/>
            <a:ext cx="62877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Community &amp; Impact-Driven Data Projects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078320" y="2493154"/>
            <a:ext cx="4138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6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Project &amp; Client Support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-63503" y="-63503"/>
            <a:ext cx="18414997" cy="10413997"/>
          </a:xfrm>
          <a:custGeom>
            <a:rect b="b" l="l" r="r" t="t"/>
            <a:pathLst>
              <a:path extrusionOk="0"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22"/>
          <p:cNvSpPr/>
          <p:nvPr/>
        </p:nvSpPr>
        <p:spPr>
          <a:xfrm>
            <a:off x="10835373" y="2344579"/>
            <a:ext cx="7041737" cy="6913816"/>
          </a:xfrm>
          <a:custGeom>
            <a:rect b="b" l="l" r="r" t="t"/>
            <a:pathLst>
              <a:path extrusionOk="0" h="9218422" w="9388983">
                <a:moveTo>
                  <a:pt x="7361682" y="0"/>
                </a:moveTo>
                <a:lnTo>
                  <a:pt x="6550279" y="4262374"/>
                </a:lnTo>
                <a:cubicBezTo>
                  <a:pt x="6550279" y="4262374"/>
                  <a:pt x="6546469" y="3276092"/>
                  <a:pt x="6542660" y="2421001"/>
                </a:cubicBezTo>
                <a:cubicBezTo>
                  <a:pt x="6540754" y="1736852"/>
                  <a:pt x="5983987" y="1183894"/>
                  <a:pt x="5299838" y="1183894"/>
                </a:cubicBezTo>
                <a:cubicBezTo>
                  <a:pt x="4743070" y="1183894"/>
                  <a:pt x="4269868" y="1594358"/>
                  <a:pt x="4192017" y="2147316"/>
                </a:cubicBezTo>
                <a:cubicBezTo>
                  <a:pt x="4066541" y="3049905"/>
                  <a:pt x="3895599" y="4262374"/>
                  <a:pt x="3895599" y="4262374"/>
                </a:cubicBezTo>
                <a:cubicBezTo>
                  <a:pt x="3895599" y="4262374"/>
                  <a:pt x="3830956" y="2987294"/>
                  <a:pt x="3785363" y="2078990"/>
                </a:cubicBezTo>
                <a:cubicBezTo>
                  <a:pt x="3758820" y="1579245"/>
                  <a:pt x="3346451" y="1185799"/>
                  <a:pt x="2844674" y="1185799"/>
                </a:cubicBezTo>
                <a:lnTo>
                  <a:pt x="2673731" y="1185799"/>
                </a:lnTo>
                <a:cubicBezTo>
                  <a:pt x="2246122" y="1185799"/>
                  <a:pt x="1873758" y="1472692"/>
                  <a:pt x="1763522" y="1885061"/>
                </a:cubicBezTo>
                <a:cubicBezTo>
                  <a:pt x="1275080" y="3713226"/>
                  <a:pt x="0" y="8494268"/>
                  <a:pt x="0" y="8494268"/>
                </a:cubicBezTo>
                <a:lnTo>
                  <a:pt x="1788160" y="8494268"/>
                </a:lnTo>
                <a:lnTo>
                  <a:pt x="2426716" y="6107557"/>
                </a:lnTo>
                <a:lnTo>
                  <a:pt x="2536952" y="7249668"/>
                </a:lnTo>
                <a:lnTo>
                  <a:pt x="4471416" y="7249668"/>
                </a:lnTo>
                <a:lnTo>
                  <a:pt x="4784979" y="4621530"/>
                </a:lnTo>
                <a:cubicBezTo>
                  <a:pt x="4784979" y="4621530"/>
                  <a:pt x="4796409" y="6873367"/>
                  <a:pt x="4804029" y="8224520"/>
                </a:cubicBezTo>
                <a:cubicBezTo>
                  <a:pt x="4805807" y="8754745"/>
                  <a:pt x="5219319" y="9186418"/>
                  <a:pt x="5741416" y="9218422"/>
                </a:cubicBezTo>
                <a:lnTo>
                  <a:pt x="5864479" y="9218422"/>
                </a:lnTo>
                <a:cubicBezTo>
                  <a:pt x="6299708" y="9191117"/>
                  <a:pt x="6664579" y="8873490"/>
                  <a:pt x="6748018" y="8441182"/>
                </a:cubicBezTo>
                <a:cubicBezTo>
                  <a:pt x="7017893" y="7044436"/>
                  <a:pt x="7555611" y="4264406"/>
                  <a:pt x="7555611" y="4264406"/>
                </a:cubicBezTo>
                <a:lnTo>
                  <a:pt x="7605014" y="7249795"/>
                </a:lnTo>
                <a:lnTo>
                  <a:pt x="9388983" y="7249795"/>
                </a:lnTo>
                <a:lnTo>
                  <a:pt x="9388983" y="7126986"/>
                </a:lnTo>
                <a:lnTo>
                  <a:pt x="9149842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7799" l="0" r="0" t="-3779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2198122" y="1984191"/>
            <a:ext cx="85845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Choose me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4326407" y="2624309"/>
            <a:ext cx="780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3058908" y="2763593"/>
            <a:ext cx="7212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Insight-Driven Approach</a:t>
            </a:r>
            <a:r>
              <a:rPr b="0" i="0" lang="en-US" sz="228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I don’t just analyze numbers — I uncover the stories behind them to help teams make smarter, faster decisions.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3058908" y="4351256"/>
            <a:ext cx="77238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Proven Real-World Impact</a:t>
            </a:r>
            <a:r>
              <a:rPr b="0" i="0" lang="en-US" sz="228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From corporate analytics to community data projects, I’ve helped improve reporting, resource allocation, and digital campaign performance.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3058908" y="5763339"/>
            <a:ext cx="82371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Strong Technical Foundation</a:t>
            </a:r>
            <a:r>
              <a:rPr b="0" i="0" lang="en-US" sz="228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With hands-on experience in Power BI, SQL, Python, and Excel, I bring both the tools and the thinking to solve problems efficiently.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3058908" y="7177641"/>
            <a:ext cx="7212300" cy="15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Purpose-Led Mindset</a:t>
            </a:r>
            <a:r>
              <a:rPr b="0" i="0" lang="en-US" sz="228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I care about using data for good, supporting business growth, social impact, and community development with every project I take on.</a:t>
            </a:r>
            <a:endParaRPr/>
          </a:p>
          <a:p>
            <a:pPr indent="0" lvl="0" marL="0" marR="0" rtl="0" algn="l">
              <a:lnSpc>
                <a:spcPct val="138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8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/>
          <p:nvPr/>
        </p:nvSpPr>
        <p:spPr>
          <a:xfrm>
            <a:off x="182637" y="422282"/>
            <a:ext cx="17922726" cy="9442447"/>
          </a:xfrm>
          <a:custGeom>
            <a:rect b="b" l="l" r="r" t="t"/>
            <a:pathLst>
              <a:path extrusionOk="0" h="9442447" w="17922726">
                <a:moveTo>
                  <a:pt x="0" y="0"/>
                </a:moveTo>
                <a:lnTo>
                  <a:pt x="17922726" y="0"/>
                </a:lnTo>
                <a:lnTo>
                  <a:pt x="17922726" y="9442447"/>
                </a:lnTo>
                <a:lnTo>
                  <a:pt x="0" y="9442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23"/>
          <p:cNvSpPr txBox="1"/>
          <p:nvPr/>
        </p:nvSpPr>
        <p:spPr>
          <a:xfrm>
            <a:off x="1493253" y="6376968"/>
            <a:ext cx="762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90%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360169" y="3032960"/>
            <a:ext cx="762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95%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1101595" y="7737310"/>
            <a:ext cx="1849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Adaptability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876957" y="4285688"/>
            <a:ext cx="20193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4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Time Management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267190" y="4285688"/>
            <a:ext cx="768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4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Tech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4217032" y="4733363"/>
            <a:ext cx="870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4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Savvy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3465357" y="7737310"/>
            <a:ext cx="2478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Communication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550352" y="7484469"/>
            <a:ext cx="18168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4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Emotional Intelligence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452873" y="4318244"/>
            <a:ext cx="2015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Organization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1621927" y="988971"/>
            <a:ext cx="62388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 Skills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0312422" y="1192416"/>
            <a:ext cx="7120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1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Skills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1260293" y="1993297"/>
            <a:ext cx="867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549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456487" y="3032960"/>
            <a:ext cx="897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90 %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7119423" y="6200356"/>
            <a:ext cx="74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85%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7358224" y="3032960"/>
            <a:ext cx="1005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90 %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4270829" y="6376968"/>
            <a:ext cx="81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3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85 %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0094566" y="2331673"/>
            <a:ext cx="312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Power Bi</a:t>
            </a:r>
            <a:endParaRPr sz="2200"/>
          </a:p>
        </p:txBody>
      </p:sp>
      <p:sp>
        <p:nvSpPr>
          <p:cNvPr id="266" name="Google Shape;266;p23"/>
          <p:cNvSpPr txBox="1"/>
          <p:nvPr/>
        </p:nvSpPr>
        <p:spPr>
          <a:xfrm>
            <a:off x="10094566" y="2710249"/>
            <a:ext cx="28473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Excel</a:t>
            </a:r>
            <a:endParaRPr sz="2200"/>
          </a:p>
          <a:p>
            <a:pPr indent="0" lvl="0" marL="0" marR="0" rtl="0" algn="l">
              <a:lnSpc>
                <a:spcPct val="138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Canva </a:t>
            </a:r>
            <a:endParaRPr sz="2200"/>
          </a:p>
          <a:p>
            <a:pPr indent="0" lvl="0" marL="0" marR="0" rtl="0" algn="l">
              <a:lnSpc>
                <a:spcPct val="138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Lora"/>
                <a:ea typeface="Lora"/>
                <a:cs typeface="Lora"/>
                <a:sym typeface="Lora"/>
              </a:rPr>
              <a:t>Virtual Box</a:t>
            </a:r>
            <a:r>
              <a:rPr b="0" i="1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sz="2200"/>
          </a:p>
          <a:p>
            <a:pPr indent="0" lvl="0" marL="0" marR="0" rtl="0" algn="l">
              <a:lnSpc>
                <a:spcPct val="138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PowerPoint</a:t>
            </a:r>
            <a:endParaRPr sz="2200"/>
          </a:p>
          <a:p>
            <a:pPr indent="0" lvl="0" marL="0" marR="0" rtl="0" algn="l">
              <a:lnSpc>
                <a:spcPct val="138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Outlook</a:t>
            </a:r>
            <a:endParaRPr b="0" i="1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86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latin typeface="Lora"/>
                <a:ea typeface="Lora"/>
                <a:cs typeface="Lora"/>
                <a:sym typeface="Lora"/>
              </a:rPr>
              <a:t>ChatGPT</a:t>
            </a:r>
            <a:endParaRPr i="1"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10094579" y="5471750"/>
            <a:ext cx="37674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latin typeface="Lora"/>
                <a:ea typeface="Lora"/>
                <a:cs typeface="Lora"/>
                <a:sym typeface="Lora"/>
              </a:rPr>
              <a:t>Ubuntu Operating System</a:t>
            </a:r>
            <a:endParaRPr i="1" sz="22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8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Google Sheets</a:t>
            </a:r>
            <a:endParaRPr sz="2200"/>
          </a:p>
          <a:p>
            <a:pPr indent="0" lvl="0" marL="0" marR="0" rtl="0" algn="l">
              <a:lnSpc>
                <a:spcPct val="138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Teams</a:t>
            </a:r>
            <a:endParaRPr b="0" i="1" sz="22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8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latin typeface="Lora"/>
                <a:ea typeface="Lora"/>
                <a:cs typeface="Lora"/>
                <a:sym typeface="Lora"/>
              </a:rPr>
              <a:t>MySQL</a:t>
            </a:r>
            <a:endParaRPr i="1" sz="22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B9A7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/>
          <p:nvPr/>
        </p:nvSpPr>
        <p:spPr>
          <a:xfrm>
            <a:off x="0" y="9267825"/>
            <a:ext cx="6241132" cy="19050"/>
          </a:xfrm>
          <a:custGeom>
            <a:rect b="b" l="l" r="r" t="t"/>
            <a:pathLst>
              <a:path extrusionOk="0" h="19050" w="6241132">
                <a:moveTo>
                  <a:pt x="0" y="0"/>
                </a:moveTo>
                <a:lnTo>
                  <a:pt x="6241132" y="0"/>
                </a:lnTo>
                <a:lnTo>
                  <a:pt x="624113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24"/>
          <p:cNvSpPr/>
          <p:nvPr/>
        </p:nvSpPr>
        <p:spPr>
          <a:xfrm>
            <a:off x="7981274" y="1293124"/>
            <a:ext cx="10370229" cy="1802921"/>
          </a:xfrm>
          <a:custGeom>
            <a:rect b="b" l="l" r="r" t="t"/>
            <a:pathLst>
              <a:path extrusionOk="0" h="1802921" w="10370229">
                <a:moveTo>
                  <a:pt x="0" y="0"/>
                </a:moveTo>
                <a:lnTo>
                  <a:pt x="10370229" y="0"/>
                </a:lnTo>
                <a:lnTo>
                  <a:pt x="10370229" y="1802920"/>
                </a:lnTo>
                <a:lnTo>
                  <a:pt x="0" y="1802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24"/>
          <p:cNvSpPr txBox="1"/>
          <p:nvPr/>
        </p:nvSpPr>
        <p:spPr>
          <a:xfrm>
            <a:off x="355716" y="1513394"/>
            <a:ext cx="42774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/>
          </a:p>
        </p:txBody>
      </p:sp>
      <p:grpSp>
        <p:nvGrpSpPr>
          <p:cNvPr id="275" name="Google Shape;275;p24"/>
          <p:cNvGrpSpPr/>
          <p:nvPr/>
        </p:nvGrpSpPr>
        <p:grpSpPr>
          <a:xfrm>
            <a:off x="9450641" y="3240022"/>
            <a:ext cx="8525355" cy="5373399"/>
            <a:chOff x="0" y="-47625"/>
            <a:chExt cx="11367140" cy="7164532"/>
          </a:xfrm>
        </p:grpSpPr>
        <p:sp>
          <p:nvSpPr>
            <p:cNvPr id="276" name="Google Shape;276;p24"/>
            <p:cNvSpPr txBox="1"/>
            <p:nvPr/>
          </p:nvSpPr>
          <p:spPr>
            <a:xfrm>
              <a:off x="0" y="-47625"/>
              <a:ext cx="3628500" cy="5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3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Transport Report</a:t>
              </a:r>
              <a:endParaRPr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0" y="751309"/>
              <a:ext cx="11367140" cy="6365598"/>
            </a:xfrm>
            <a:custGeom>
              <a:rect b="b" l="l" r="r" t="t"/>
              <a:pathLst>
                <a:path extrusionOk="0" h="6365598" w="11367140">
                  <a:moveTo>
                    <a:pt x="0" y="0"/>
                  </a:moveTo>
                  <a:lnTo>
                    <a:pt x="11367140" y="0"/>
                  </a:lnTo>
                  <a:lnTo>
                    <a:pt x="11367140" y="6365598"/>
                  </a:lnTo>
                  <a:lnTo>
                    <a:pt x="0" y="63655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78" name="Google Shape;278;p24"/>
          <p:cNvSpPr/>
          <p:nvPr/>
        </p:nvSpPr>
        <p:spPr>
          <a:xfrm>
            <a:off x="355716" y="3839223"/>
            <a:ext cx="8449910" cy="4774198"/>
          </a:xfrm>
          <a:custGeom>
            <a:rect b="b" l="l" r="r" t="t"/>
            <a:pathLst>
              <a:path extrusionOk="0" h="6365598" w="11266546">
                <a:moveTo>
                  <a:pt x="0" y="0"/>
                </a:moveTo>
                <a:lnTo>
                  <a:pt x="11266546" y="0"/>
                </a:lnTo>
                <a:lnTo>
                  <a:pt x="11266546" y="6365598"/>
                </a:lnTo>
                <a:lnTo>
                  <a:pt x="0" y="6365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24"/>
          <p:cNvSpPr txBox="1"/>
          <p:nvPr/>
        </p:nvSpPr>
        <p:spPr>
          <a:xfrm>
            <a:off x="355728" y="3240025"/>
            <a:ext cx="76257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63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Maji Ndogo Crime by gender Report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B9A7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9267825"/>
            <a:ext cx="6241132" cy="19050"/>
          </a:xfrm>
          <a:custGeom>
            <a:rect b="b" l="l" r="r" t="t"/>
            <a:pathLst>
              <a:path extrusionOk="0" h="19050" w="6241132">
                <a:moveTo>
                  <a:pt x="0" y="0"/>
                </a:moveTo>
                <a:lnTo>
                  <a:pt x="6241132" y="0"/>
                </a:lnTo>
                <a:lnTo>
                  <a:pt x="624113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25"/>
          <p:cNvSpPr/>
          <p:nvPr/>
        </p:nvSpPr>
        <p:spPr>
          <a:xfrm>
            <a:off x="7981274" y="1293124"/>
            <a:ext cx="10370229" cy="1802921"/>
          </a:xfrm>
          <a:custGeom>
            <a:rect b="b" l="l" r="r" t="t"/>
            <a:pathLst>
              <a:path extrusionOk="0" h="1802921" w="10370229">
                <a:moveTo>
                  <a:pt x="0" y="0"/>
                </a:moveTo>
                <a:lnTo>
                  <a:pt x="10370229" y="0"/>
                </a:lnTo>
                <a:lnTo>
                  <a:pt x="10370229" y="1802920"/>
                </a:lnTo>
                <a:lnTo>
                  <a:pt x="0" y="1802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25"/>
          <p:cNvSpPr txBox="1"/>
          <p:nvPr/>
        </p:nvSpPr>
        <p:spPr>
          <a:xfrm>
            <a:off x="355728" y="1513400"/>
            <a:ext cx="58854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70"/>
              <a:t>CERTIFICATES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68403" y="3240025"/>
            <a:ext cx="76257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3">
                <a:latin typeface="Lora"/>
                <a:ea typeface="Lora"/>
                <a:cs typeface="Lora"/>
                <a:sym typeface="Lora"/>
              </a:rPr>
              <a:t>PROFESSIONAL FOUNDATIONS</a:t>
            </a:r>
            <a:endParaRPr/>
          </a:p>
        </p:txBody>
      </p:sp>
      <p:pic>
        <p:nvPicPr>
          <p:cNvPr id="288" name="Google Shape;288;p25" title="89-professional-foundations-certificate-maureen-ndungu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624" y="3778488"/>
            <a:ext cx="8620346" cy="484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 title="51-data-analytics-certificate-maureen-ndungu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87987" y="3805818"/>
            <a:ext cx="8620346" cy="48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9825837" y="3236088"/>
            <a:ext cx="76257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3">
                <a:latin typeface="Lora"/>
                <a:ea typeface="Lora"/>
                <a:cs typeface="Lora"/>
                <a:sym typeface="Lora"/>
              </a:rPr>
              <a:t>DATA ANALYTICS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B9A7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/>
          <p:nvPr/>
        </p:nvSpPr>
        <p:spPr>
          <a:xfrm>
            <a:off x="0" y="9267825"/>
            <a:ext cx="6241132" cy="19050"/>
          </a:xfrm>
          <a:custGeom>
            <a:rect b="b" l="l" r="r" t="t"/>
            <a:pathLst>
              <a:path extrusionOk="0" h="19050" w="6241132">
                <a:moveTo>
                  <a:pt x="0" y="0"/>
                </a:moveTo>
                <a:lnTo>
                  <a:pt x="6241132" y="0"/>
                </a:lnTo>
                <a:lnTo>
                  <a:pt x="624113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26"/>
          <p:cNvSpPr/>
          <p:nvPr/>
        </p:nvSpPr>
        <p:spPr>
          <a:xfrm>
            <a:off x="7981274" y="1293124"/>
            <a:ext cx="10370229" cy="1802921"/>
          </a:xfrm>
          <a:custGeom>
            <a:rect b="b" l="l" r="r" t="t"/>
            <a:pathLst>
              <a:path extrusionOk="0" h="1802921" w="10370229">
                <a:moveTo>
                  <a:pt x="0" y="0"/>
                </a:moveTo>
                <a:lnTo>
                  <a:pt x="10370229" y="0"/>
                </a:lnTo>
                <a:lnTo>
                  <a:pt x="10370229" y="1802920"/>
                </a:lnTo>
                <a:lnTo>
                  <a:pt x="0" y="1802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26"/>
          <p:cNvSpPr txBox="1"/>
          <p:nvPr/>
        </p:nvSpPr>
        <p:spPr>
          <a:xfrm>
            <a:off x="355728" y="1513400"/>
            <a:ext cx="58854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70"/>
              <a:t>CERTIFICATES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68403" y="3240025"/>
            <a:ext cx="76257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3">
                <a:latin typeface="Lora"/>
                <a:ea typeface="Lora"/>
                <a:cs typeface="Lora"/>
                <a:sym typeface="Lora"/>
              </a:rPr>
              <a:t>PYTHON PROGRAMMING</a:t>
            </a:r>
            <a:endParaRPr/>
          </a:p>
        </p:txBody>
      </p:sp>
      <p:pic>
        <p:nvPicPr>
          <p:cNvPr id="299" name="Google Shape;299;p26" title="189-python-programming-certificate-maureen-ndungu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624" y="3778488"/>
            <a:ext cx="8620346" cy="484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title="84-data-science-certificate-maureen-ndungu (1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87987" y="3805818"/>
            <a:ext cx="8620346" cy="48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9825837" y="3236088"/>
            <a:ext cx="76257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3">
                <a:latin typeface="Lora"/>
                <a:ea typeface="Lora"/>
                <a:cs typeface="Lora"/>
                <a:sym typeface="Lora"/>
              </a:rPr>
              <a:t>DATA SCIENCE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B9A7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/>
          <p:nvPr/>
        </p:nvSpPr>
        <p:spPr>
          <a:xfrm>
            <a:off x="0" y="9267825"/>
            <a:ext cx="6241132" cy="19050"/>
          </a:xfrm>
          <a:custGeom>
            <a:rect b="b" l="l" r="r" t="t"/>
            <a:pathLst>
              <a:path extrusionOk="0" h="19050" w="6241132">
                <a:moveTo>
                  <a:pt x="0" y="0"/>
                </a:moveTo>
                <a:lnTo>
                  <a:pt x="6241132" y="0"/>
                </a:lnTo>
                <a:lnTo>
                  <a:pt x="624113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27"/>
          <p:cNvSpPr/>
          <p:nvPr/>
        </p:nvSpPr>
        <p:spPr>
          <a:xfrm>
            <a:off x="7981274" y="1293124"/>
            <a:ext cx="10370229" cy="1802921"/>
          </a:xfrm>
          <a:custGeom>
            <a:rect b="b" l="l" r="r" t="t"/>
            <a:pathLst>
              <a:path extrusionOk="0" h="1802921" w="10370229">
                <a:moveTo>
                  <a:pt x="0" y="0"/>
                </a:moveTo>
                <a:lnTo>
                  <a:pt x="10370229" y="0"/>
                </a:lnTo>
                <a:lnTo>
                  <a:pt x="10370229" y="1802920"/>
                </a:lnTo>
                <a:lnTo>
                  <a:pt x="0" y="1802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27"/>
          <p:cNvSpPr txBox="1"/>
          <p:nvPr/>
        </p:nvSpPr>
        <p:spPr>
          <a:xfrm>
            <a:off x="355716" y="1513394"/>
            <a:ext cx="42774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/>
          </a:p>
        </p:txBody>
      </p:sp>
      <p:grpSp>
        <p:nvGrpSpPr>
          <p:cNvPr id="309" name="Google Shape;309;p27"/>
          <p:cNvGrpSpPr/>
          <p:nvPr/>
        </p:nvGrpSpPr>
        <p:grpSpPr>
          <a:xfrm>
            <a:off x="355716" y="3242843"/>
            <a:ext cx="17603419" cy="5584230"/>
            <a:chOff x="0" y="-47625"/>
            <a:chExt cx="23471225" cy="7445640"/>
          </a:xfrm>
        </p:grpSpPr>
        <p:sp>
          <p:nvSpPr>
            <p:cNvPr id="310" name="Google Shape;310;p27"/>
            <p:cNvSpPr/>
            <p:nvPr/>
          </p:nvSpPr>
          <p:spPr>
            <a:xfrm>
              <a:off x="12214429" y="1094209"/>
              <a:ext cx="11256796" cy="6303806"/>
            </a:xfrm>
            <a:custGeom>
              <a:rect b="b" l="l" r="r" t="t"/>
              <a:pathLst>
                <a:path extrusionOk="0" h="6303806" w="11256796">
                  <a:moveTo>
                    <a:pt x="0" y="0"/>
                  </a:moveTo>
                  <a:lnTo>
                    <a:pt x="11256796" y="0"/>
                  </a:lnTo>
                  <a:lnTo>
                    <a:pt x="11256796" y="6303806"/>
                  </a:lnTo>
                  <a:lnTo>
                    <a:pt x="0" y="63038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1" name="Google Shape;311;p27"/>
            <p:cNvSpPr/>
            <p:nvPr/>
          </p:nvSpPr>
          <p:spPr>
            <a:xfrm>
              <a:off x="0" y="1094209"/>
              <a:ext cx="11231725" cy="6303806"/>
            </a:xfrm>
            <a:custGeom>
              <a:rect b="b" l="l" r="r" t="t"/>
              <a:pathLst>
                <a:path extrusionOk="0" h="6303806" w="11231725">
                  <a:moveTo>
                    <a:pt x="0" y="0"/>
                  </a:moveTo>
                  <a:lnTo>
                    <a:pt x="11231725" y="0"/>
                  </a:lnTo>
                  <a:lnTo>
                    <a:pt x="11231725" y="6303806"/>
                  </a:lnTo>
                  <a:lnTo>
                    <a:pt x="0" y="63038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2" name="Google Shape;312;p27"/>
            <p:cNvSpPr txBox="1"/>
            <p:nvPr/>
          </p:nvSpPr>
          <p:spPr>
            <a:xfrm>
              <a:off x="0" y="-47625"/>
              <a:ext cx="13867500" cy="5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3" u="none" cap="none" strike="noStrik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Audit Report for companies under Simba Corporation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/>
          <p:nvPr/>
        </p:nvSpPr>
        <p:spPr>
          <a:xfrm>
            <a:off x="1060132" y="3659515"/>
            <a:ext cx="3697681" cy="4925101"/>
          </a:xfrm>
          <a:custGeom>
            <a:rect b="b" l="l" r="r" t="t"/>
            <a:pathLst>
              <a:path extrusionOk="0" h="4925101" w="3697681">
                <a:moveTo>
                  <a:pt x="0" y="0"/>
                </a:moveTo>
                <a:lnTo>
                  <a:pt x="3697682" y="0"/>
                </a:lnTo>
                <a:lnTo>
                  <a:pt x="3697682" y="4925101"/>
                </a:lnTo>
                <a:lnTo>
                  <a:pt x="0" y="4925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8"/>
          <p:cNvSpPr/>
          <p:nvPr/>
        </p:nvSpPr>
        <p:spPr>
          <a:xfrm>
            <a:off x="6551562" y="3659515"/>
            <a:ext cx="3727685" cy="4925101"/>
          </a:xfrm>
          <a:custGeom>
            <a:rect b="b" l="l" r="r" t="t"/>
            <a:pathLst>
              <a:path extrusionOk="0" h="4925101" w="3727685">
                <a:moveTo>
                  <a:pt x="0" y="0"/>
                </a:moveTo>
                <a:lnTo>
                  <a:pt x="3727685" y="0"/>
                </a:lnTo>
                <a:lnTo>
                  <a:pt x="3727685" y="4925101"/>
                </a:lnTo>
                <a:lnTo>
                  <a:pt x="0" y="4925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28"/>
          <p:cNvSpPr/>
          <p:nvPr/>
        </p:nvSpPr>
        <p:spPr>
          <a:xfrm>
            <a:off x="11994461" y="-63503"/>
            <a:ext cx="6357033" cy="8634536"/>
          </a:xfrm>
          <a:custGeom>
            <a:rect b="b" l="l" r="r" t="t"/>
            <a:pathLst>
              <a:path extrusionOk="0" h="8634536" w="6357033">
                <a:moveTo>
                  <a:pt x="0" y="0"/>
                </a:moveTo>
                <a:lnTo>
                  <a:pt x="6357033" y="0"/>
                </a:lnTo>
                <a:lnTo>
                  <a:pt x="6357033" y="8634536"/>
                </a:lnTo>
                <a:lnTo>
                  <a:pt x="0" y="8634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28"/>
          <p:cNvSpPr txBox="1"/>
          <p:nvPr/>
        </p:nvSpPr>
        <p:spPr>
          <a:xfrm>
            <a:off x="1028700" y="1723349"/>
            <a:ext cx="45684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Referees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1436017" y="5621976"/>
            <a:ext cx="2928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62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Coordinator Natural Sciences,  Mount Kenya University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1436017" y="4836300"/>
            <a:ext cx="292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39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Dr Amadeo Gikunda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6792215" y="4876800"/>
            <a:ext cx="2774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394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Daniel Mwendwa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1759134" y="7128634"/>
            <a:ext cx="17664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+254 727 719 599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7118785" y="7077799"/>
            <a:ext cx="18906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+254 702 896 972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12777223" y="7059700"/>
            <a:ext cx="2469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+254 </a:t>
            </a:r>
            <a:r>
              <a:rPr lang="en-US" sz="1767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722 382 314</a:t>
            </a:r>
            <a:endParaRPr sz="1767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1759134" y="7789631"/>
            <a:ext cx="2707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sng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amgikunda@gmail.com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7118785" y="7726804"/>
            <a:ext cx="26931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sng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dphilip487@gmail.com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2558346" y="7758070"/>
            <a:ext cx="41490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latin typeface="Lora"/>
                <a:ea typeface="Lora"/>
                <a:cs typeface="Lora"/>
                <a:sym typeface="Lora"/>
              </a:rPr>
              <a:t>mmbarak@mpshahhospital.org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6792215" y="5621976"/>
            <a:ext cx="29286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62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Analyst, Simba Corporation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2317597" y="5621976"/>
            <a:ext cx="29286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2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ICT Support Manager</a:t>
            </a:r>
            <a:r>
              <a:rPr b="0" i="0" lang="en-US" sz="1862" u="none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,  </a:t>
            </a:r>
            <a:endParaRPr sz="1862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2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MP Shah Hospital</a:t>
            </a:r>
            <a:endParaRPr sz="1862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12317597" y="4912500"/>
            <a:ext cx="292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394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Mbarak Ahmed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/>
          <p:nvPr/>
        </p:nvSpPr>
        <p:spPr>
          <a:xfrm>
            <a:off x="965197" y="1339120"/>
            <a:ext cx="7281129" cy="9153496"/>
          </a:xfrm>
          <a:custGeom>
            <a:rect b="b" l="l" r="r" t="t"/>
            <a:pathLst>
              <a:path extrusionOk="0" h="9153496" w="7281129">
                <a:moveTo>
                  <a:pt x="0" y="0"/>
                </a:moveTo>
                <a:lnTo>
                  <a:pt x="7281129" y="0"/>
                </a:lnTo>
                <a:lnTo>
                  <a:pt x="7281129" y="9153496"/>
                </a:lnTo>
                <a:lnTo>
                  <a:pt x="0" y="9153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29"/>
          <p:cNvSpPr/>
          <p:nvPr/>
        </p:nvSpPr>
        <p:spPr>
          <a:xfrm>
            <a:off x="1381382" y="1808274"/>
            <a:ext cx="6447854" cy="6443377"/>
          </a:xfrm>
          <a:custGeom>
            <a:rect b="b" l="l" r="r" t="t"/>
            <a:pathLst>
              <a:path extrusionOk="0" h="8591169" w="8597138">
                <a:moveTo>
                  <a:pt x="4298569" y="0"/>
                </a:moveTo>
                <a:cubicBezTo>
                  <a:pt x="1924685" y="0"/>
                  <a:pt x="0" y="1923415"/>
                  <a:pt x="0" y="4298569"/>
                </a:cubicBezTo>
                <a:cubicBezTo>
                  <a:pt x="0" y="6597142"/>
                  <a:pt x="1802765" y="8472678"/>
                  <a:pt x="4070604" y="8591169"/>
                </a:cubicBezTo>
                <a:lnTo>
                  <a:pt x="4526407" y="8591169"/>
                </a:lnTo>
                <a:cubicBezTo>
                  <a:pt x="6794373" y="8472677"/>
                  <a:pt x="8597137" y="6595999"/>
                  <a:pt x="8597137" y="4298569"/>
                </a:cubicBezTo>
                <a:cubicBezTo>
                  <a:pt x="8597138" y="1924685"/>
                  <a:pt x="6672326" y="0"/>
                  <a:pt x="429856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2584" l="0" r="0" t="-40322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9"/>
          <p:cNvSpPr/>
          <p:nvPr/>
        </p:nvSpPr>
        <p:spPr>
          <a:xfrm>
            <a:off x="8803996" y="6772208"/>
            <a:ext cx="304800" cy="304800"/>
          </a:xfrm>
          <a:custGeom>
            <a:rect b="b" l="l" r="r" t="t"/>
            <a:pathLst>
              <a:path extrusionOk="0" h="304800" w="304800">
                <a:moveTo>
                  <a:pt x="300990" y="223774"/>
                </a:moveTo>
                <a:cubicBezTo>
                  <a:pt x="303276" y="229743"/>
                  <a:pt x="304546" y="236093"/>
                  <a:pt x="304673" y="242824"/>
                </a:cubicBezTo>
                <a:cubicBezTo>
                  <a:pt x="304673" y="243459"/>
                  <a:pt x="304673" y="244094"/>
                  <a:pt x="304673" y="244729"/>
                </a:cubicBezTo>
                <a:cubicBezTo>
                  <a:pt x="304800" y="277876"/>
                  <a:pt x="277876" y="304800"/>
                  <a:pt x="244729" y="304800"/>
                </a:cubicBezTo>
                <a:cubicBezTo>
                  <a:pt x="109601" y="304800"/>
                  <a:pt x="0" y="195199"/>
                  <a:pt x="0" y="60071"/>
                </a:cubicBezTo>
                <a:cubicBezTo>
                  <a:pt x="0" y="26924"/>
                  <a:pt x="26924" y="0"/>
                  <a:pt x="60071" y="0"/>
                </a:cubicBezTo>
                <a:cubicBezTo>
                  <a:pt x="60706" y="0"/>
                  <a:pt x="61341" y="0"/>
                  <a:pt x="61976" y="0"/>
                </a:cubicBezTo>
                <a:cubicBezTo>
                  <a:pt x="68707" y="254"/>
                  <a:pt x="75057" y="1524"/>
                  <a:pt x="81026" y="3683"/>
                </a:cubicBezTo>
                <a:lnTo>
                  <a:pt x="103632" y="101473"/>
                </a:lnTo>
                <a:cubicBezTo>
                  <a:pt x="103632" y="101473"/>
                  <a:pt x="103632" y="101600"/>
                  <a:pt x="103505" y="101600"/>
                </a:cubicBezTo>
                <a:lnTo>
                  <a:pt x="62230" y="120142"/>
                </a:lnTo>
                <a:lnTo>
                  <a:pt x="62103" y="120142"/>
                </a:lnTo>
                <a:cubicBezTo>
                  <a:pt x="81153" y="177927"/>
                  <a:pt x="126873" y="223647"/>
                  <a:pt x="184658" y="242697"/>
                </a:cubicBezTo>
                <a:lnTo>
                  <a:pt x="184658" y="242570"/>
                </a:lnTo>
                <a:lnTo>
                  <a:pt x="203327" y="201168"/>
                </a:lnTo>
                <a:lnTo>
                  <a:pt x="301117" y="223647"/>
                </a:lnTo>
              </a:path>
            </a:pathLst>
          </a:custGeom>
          <a:solidFill>
            <a:srgbClr val="000000">
              <a:alpha val="1725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29"/>
          <p:cNvGrpSpPr/>
          <p:nvPr/>
        </p:nvGrpSpPr>
        <p:grpSpPr>
          <a:xfrm>
            <a:off x="8804097" y="7436478"/>
            <a:ext cx="304673" cy="217932"/>
            <a:chOff x="63500" y="63500"/>
            <a:chExt cx="304673" cy="217932"/>
          </a:xfrm>
        </p:grpSpPr>
        <p:sp>
          <p:nvSpPr>
            <p:cNvPr id="341" name="Google Shape;341;p29"/>
            <p:cNvSpPr/>
            <p:nvPr/>
          </p:nvSpPr>
          <p:spPr>
            <a:xfrm>
              <a:off x="63500" y="76835"/>
              <a:ext cx="304673" cy="204597"/>
            </a:xfrm>
            <a:custGeom>
              <a:rect b="b" l="l" r="r" t="t"/>
              <a:pathLst>
                <a:path extrusionOk="0" h="204597" w="304673">
                  <a:moveTo>
                    <a:pt x="303276" y="0"/>
                  </a:moveTo>
                  <a:lnTo>
                    <a:pt x="158369" y="145034"/>
                  </a:lnTo>
                  <a:cubicBezTo>
                    <a:pt x="156337" y="147066"/>
                    <a:pt x="153543" y="148209"/>
                    <a:pt x="150622" y="148209"/>
                  </a:cubicBezTo>
                  <a:cubicBezTo>
                    <a:pt x="147701" y="148209"/>
                    <a:pt x="144907" y="147066"/>
                    <a:pt x="142875" y="145034"/>
                  </a:cubicBezTo>
                  <a:lnTo>
                    <a:pt x="1016" y="3175"/>
                  </a:lnTo>
                  <a:cubicBezTo>
                    <a:pt x="635" y="4953"/>
                    <a:pt x="0" y="6604"/>
                    <a:pt x="0" y="8509"/>
                  </a:cubicBezTo>
                  <a:lnTo>
                    <a:pt x="0" y="182753"/>
                  </a:lnTo>
                  <a:cubicBezTo>
                    <a:pt x="0" y="194818"/>
                    <a:pt x="9779" y="204597"/>
                    <a:pt x="21844" y="204597"/>
                  </a:cubicBezTo>
                  <a:lnTo>
                    <a:pt x="283210" y="204597"/>
                  </a:lnTo>
                  <a:cubicBezTo>
                    <a:pt x="293878" y="204597"/>
                    <a:pt x="302768" y="196850"/>
                    <a:pt x="304673" y="186690"/>
                  </a:cubicBezTo>
                  <a:lnTo>
                    <a:pt x="304673" y="4699"/>
                  </a:lnTo>
                  <a:cubicBezTo>
                    <a:pt x="304419" y="3048"/>
                    <a:pt x="303911" y="1524"/>
                    <a:pt x="303276" y="127"/>
                  </a:cubicBezTo>
                  <a:close/>
                </a:path>
              </a:pathLst>
            </a:custGeom>
            <a:solidFill>
              <a:srgbClr val="000000">
                <a:alpha val="1725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80010" y="63500"/>
              <a:ext cx="268859" cy="135255"/>
            </a:xfrm>
            <a:custGeom>
              <a:rect b="b" l="l" r="r" t="t"/>
              <a:pathLst>
                <a:path extrusionOk="0" h="135255" w="268859">
                  <a:moveTo>
                    <a:pt x="134112" y="135255"/>
                  </a:moveTo>
                  <a:lnTo>
                    <a:pt x="268859" y="381"/>
                  </a:lnTo>
                  <a:cubicBezTo>
                    <a:pt x="268097" y="254"/>
                    <a:pt x="267462" y="0"/>
                    <a:pt x="266700" y="0"/>
                  </a:cubicBezTo>
                  <a:lnTo>
                    <a:pt x="5334" y="0"/>
                  </a:lnTo>
                  <a:cubicBezTo>
                    <a:pt x="3429" y="0"/>
                    <a:pt x="1778" y="635"/>
                    <a:pt x="0" y="1016"/>
                  </a:cubicBezTo>
                  <a:lnTo>
                    <a:pt x="134112" y="135255"/>
                  </a:lnTo>
                  <a:close/>
                </a:path>
              </a:pathLst>
            </a:custGeom>
            <a:solidFill>
              <a:srgbClr val="010101">
                <a:alpha val="1725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" name="Google Shape;343;p29"/>
          <p:cNvGrpSpPr/>
          <p:nvPr/>
        </p:nvGrpSpPr>
        <p:grpSpPr>
          <a:xfrm>
            <a:off x="15498610" y="564820"/>
            <a:ext cx="1790700" cy="1675892"/>
            <a:chOff x="63500" y="63500"/>
            <a:chExt cx="1790700" cy="1675892"/>
          </a:xfrm>
        </p:grpSpPr>
        <p:sp>
          <p:nvSpPr>
            <p:cNvPr id="344" name="Google Shape;344;p29"/>
            <p:cNvSpPr/>
            <p:nvPr/>
          </p:nvSpPr>
          <p:spPr>
            <a:xfrm>
              <a:off x="207899" y="192405"/>
              <a:ext cx="1550416" cy="1546987"/>
            </a:xfrm>
            <a:custGeom>
              <a:rect b="b" l="l" r="r" t="t"/>
              <a:pathLst>
                <a:path extrusionOk="0" h="1546987" w="1550416">
                  <a:moveTo>
                    <a:pt x="775208" y="0"/>
                  </a:moveTo>
                  <a:cubicBezTo>
                    <a:pt x="755015" y="736981"/>
                    <a:pt x="738632" y="753364"/>
                    <a:pt x="0" y="773430"/>
                  </a:cubicBezTo>
                  <a:cubicBezTo>
                    <a:pt x="738632" y="793623"/>
                    <a:pt x="755015" y="809879"/>
                    <a:pt x="775208" y="1546987"/>
                  </a:cubicBezTo>
                  <a:cubicBezTo>
                    <a:pt x="795401" y="810006"/>
                    <a:pt x="811784" y="793623"/>
                    <a:pt x="1550416" y="773557"/>
                  </a:cubicBezTo>
                  <a:cubicBezTo>
                    <a:pt x="811784" y="753364"/>
                    <a:pt x="795401" y="737108"/>
                    <a:pt x="775208" y="0"/>
                  </a:cubicBezTo>
                </a:path>
              </a:pathLst>
            </a:custGeom>
            <a:solidFill>
              <a:srgbClr val="100F0D">
                <a:alpha val="1725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63500" y="1096518"/>
              <a:ext cx="447040" cy="446151"/>
            </a:xfrm>
            <a:custGeom>
              <a:rect b="b" l="l" r="r" t="t"/>
              <a:pathLst>
                <a:path extrusionOk="0" h="446151" w="447040">
                  <a:moveTo>
                    <a:pt x="223520" y="0"/>
                  </a:moveTo>
                  <a:cubicBezTo>
                    <a:pt x="217678" y="212598"/>
                    <a:pt x="212979" y="217297"/>
                    <a:pt x="0" y="223012"/>
                  </a:cubicBezTo>
                  <a:cubicBezTo>
                    <a:pt x="212979" y="228854"/>
                    <a:pt x="217678" y="233553"/>
                    <a:pt x="223520" y="446151"/>
                  </a:cubicBezTo>
                  <a:cubicBezTo>
                    <a:pt x="229362" y="233553"/>
                    <a:pt x="234061" y="228854"/>
                    <a:pt x="447040" y="223012"/>
                  </a:cubicBezTo>
                  <a:cubicBezTo>
                    <a:pt x="234061" y="217170"/>
                    <a:pt x="229362" y="212471"/>
                    <a:pt x="223520" y="0"/>
                  </a:cubicBezTo>
                </a:path>
              </a:pathLst>
            </a:custGeom>
            <a:solidFill>
              <a:srgbClr val="100F0D">
                <a:alpha val="1725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1175131" y="63500"/>
              <a:ext cx="679069" cy="677672"/>
            </a:xfrm>
            <a:custGeom>
              <a:rect b="b" l="l" r="r" t="t"/>
              <a:pathLst>
                <a:path extrusionOk="0" h="677672" w="679069">
                  <a:moveTo>
                    <a:pt x="339598" y="0"/>
                  </a:moveTo>
                  <a:cubicBezTo>
                    <a:pt x="330708" y="322961"/>
                    <a:pt x="323596" y="330073"/>
                    <a:pt x="0" y="338836"/>
                  </a:cubicBezTo>
                  <a:cubicBezTo>
                    <a:pt x="323596" y="347599"/>
                    <a:pt x="330835" y="354838"/>
                    <a:pt x="339598" y="677672"/>
                  </a:cubicBezTo>
                  <a:cubicBezTo>
                    <a:pt x="348488" y="354838"/>
                    <a:pt x="355600" y="347599"/>
                    <a:pt x="679069" y="338836"/>
                  </a:cubicBezTo>
                  <a:lnTo>
                    <a:pt x="679069" y="338836"/>
                  </a:lnTo>
                  <a:lnTo>
                    <a:pt x="679069" y="338836"/>
                  </a:lnTo>
                  <a:lnTo>
                    <a:pt x="679069" y="338836"/>
                  </a:lnTo>
                  <a:cubicBezTo>
                    <a:pt x="355600" y="330073"/>
                    <a:pt x="348361" y="322834"/>
                    <a:pt x="339598" y="0"/>
                  </a:cubicBezTo>
                  <a:close/>
                </a:path>
              </a:pathLst>
            </a:custGeom>
            <a:solidFill>
              <a:srgbClr val="100F0D">
                <a:alpha val="1725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29"/>
          <p:cNvSpPr/>
          <p:nvPr/>
        </p:nvSpPr>
        <p:spPr>
          <a:xfrm>
            <a:off x="13212861" y="2473338"/>
            <a:ext cx="5075139" cy="7813662"/>
          </a:xfrm>
          <a:custGeom>
            <a:rect b="b" l="l" r="r" t="t"/>
            <a:pathLst>
              <a:path extrusionOk="0" h="7813662" w="5075139">
                <a:moveTo>
                  <a:pt x="0" y="0"/>
                </a:moveTo>
                <a:lnTo>
                  <a:pt x="5075139" y="0"/>
                </a:lnTo>
                <a:lnTo>
                  <a:pt x="5075139" y="7813662"/>
                </a:lnTo>
                <a:lnTo>
                  <a:pt x="0" y="78136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8000"/>
            </a:blip>
            <a:stretch>
              <a:fillRect b="-5322" l="0" r="-61215" t="0"/>
            </a:stretch>
          </a:blipFill>
          <a:ln>
            <a:noFill/>
          </a:ln>
        </p:spPr>
      </p:sp>
      <p:sp>
        <p:nvSpPr>
          <p:cNvPr id="348" name="Google Shape;348;p29"/>
          <p:cNvSpPr/>
          <p:nvPr/>
        </p:nvSpPr>
        <p:spPr>
          <a:xfrm>
            <a:off x="8792842" y="6402067"/>
            <a:ext cx="271777" cy="327022"/>
          </a:xfrm>
          <a:custGeom>
            <a:rect b="b" l="l" r="r" t="t"/>
            <a:pathLst>
              <a:path extrusionOk="0" h="327022" w="271777">
                <a:moveTo>
                  <a:pt x="0" y="0"/>
                </a:moveTo>
                <a:lnTo>
                  <a:pt x="271777" y="0"/>
                </a:lnTo>
                <a:lnTo>
                  <a:pt x="271777" y="327022"/>
                </a:lnTo>
                <a:lnTo>
                  <a:pt x="0" y="327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29"/>
          <p:cNvSpPr/>
          <p:nvPr/>
        </p:nvSpPr>
        <p:spPr>
          <a:xfrm>
            <a:off x="8792842" y="6323451"/>
            <a:ext cx="5236486" cy="31004"/>
          </a:xfrm>
          <a:custGeom>
            <a:rect b="b" l="l" r="r" t="t"/>
            <a:pathLst>
              <a:path extrusionOk="0" h="28575" w="4826254">
                <a:moveTo>
                  <a:pt x="0" y="0"/>
                </a:moveTo>
                <a:lnTo>
                  <a:pt x="0" y="28575"/>
                </a:lnTo>
                <a:lnTo>
                  <a:pt x="3908298" y="28575"/>
                </a:lnTo>
                <a:lnTo>
                  <a:pt x="3908298" y="0"/>
                </a:lnTo>
                <a:close/>
                <a:moveTo>
                  <a:pt x="3987038" y="0"/>
                </a:moveTo>
                <a:lnTo>
                  <a:pt x="3987038" y="28575"/>
                </a:lnTo>
                <a:lnTo>
                  <a:pt x="4826254" y="28575"/>
                </a:lnTo>
                <a:lnTo>
                  <a:pt x="482625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50" name="Google Shape;350;p29"/>
          <p:cNvSpPr txBox="1"/>
          <p:nvPr/>
        </p:nvSpPr>
        <p:spPr>
          <a:xfrm>
            <a:off x="8806767" y="7868545"/>
            <a:ext cx="3126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17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</a:t>
            </a:r>
            <a:endParaRPr/>
          </a:p>
        </p:txBody>
      </p:sp>
      <p:sp>
        <p:nvSpPr>
          <p:cNvPr id="351" name="Google Shape;351;p29"/>
          <p:cNvSpPr txBox="1"/>
          <p:nvPr/>
        </p:nvSpPr>
        <p:spPr>
          <a:xfrm>
            <a:off x="8740597" y="2513771"/>
            <a:ext cx="8934000" cy="3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8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Looking for a Data Analyst? Let’s Connect.</a:t>
            </a:r>
            <a:endParaRPr/>
          </a:p>
        </p:txBody>
      </p:sp>
      <p:sp>
        <p:nvSpPr>
          <p:cNvPr id="352" name="Google Shape;352;p29"/>
          <p:cNvSpPr txBox="1"/>
          <p:nvPr/>
        </p:nvSpPr>
        <p:spPr>
          <a:xfrm>
            <a:off x="9411329" y="7893302"/>
            <a:ext cx="288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sng" cap="none" strike="noStrike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Maureen Ndungu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9357373" y="6681477"/>
            <a:ext cx="35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+254 725 135 530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9357379" y="7279205"/>
            <a:ext cx="4669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sng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maureenndungu51@gmail.com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